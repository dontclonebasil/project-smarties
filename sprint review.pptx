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7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7DED1-5BAB-682F-6827-2D3EA92B96CB}" v="365" dt="2026-03-02T10:47:57.539"/>
    <p1510:client id="{70A6B245-2C89-EBC9-6696-1C62E308EBBF}" v="114" dt="2026-03-02T10:56:57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k Middel" userId="S::170564@student.talland.nl::9055e094-023c-4121-af77-f1411132f956" providerId="AD" clId="Web-{70A6B245-2C89-EBC9-6696-1C62E308EBBF}"/>
    <pc:docChg chg="addSld modSld">
      <pc:chgData name="Niek Middel" userId="S::170564@student.talland.nl::9055e094-023c-4121-af77-f1411132f956" providerId="AD" clId="Web-{70A6B245-2C89-EBC9-6696-1C62E308EBBF}" dt="2026-03-02T10:56:57.174" v="96"/>
      <pc:docMkLst>
        <pc:docMk/>
      </pc:docMkLst>
      <pc:sldChg chg="modSp">
        <pc:chgData name="Niek Middel" userId="S::170564@student.talland.nl::9055e094-023c-4121-af77-f1411132f956" providerId="AD" clId="Web-{70A6B245-2C89-EBC9-6696-1C62E308EBBF}" dt="2026-03-02T10:48:59.242" v="20" actId="20577"/>
        <pc:sldMkLst>
          <pc:docMk/>
          <pc:sldMk cId="2159444441" sldId="258"/>
        </pc:sldMkLst>
        <pc:spChg chg="mod">
          <ac:chgData name="Niek Middel" userId="S::170564@student.talland.nl::9055e094-023c-4121-af77-f1411132f956" providerId="AD" clId="Web-{70A6B245-2C89-EBC9-6696-1C62E308EBBF}" dt="2026-03-02T10:48:46.445" v="16" actId="20577"/>
          <ac:spMkLst>
            <pc:docMk/>
            <pc:sldMk cId="2159444441" sldId="258"/>
            <ac:spMk id="2" creationId="{3E20D1ED-2931-08C6-0B03-57D782E097F7}"/>
          </ac:spMkLst>
        </pc:spChg>
        <pc:spChg chg="mod">
          <ac:chgData name="Niek Middel" userId="S::170564@student.talland.nl::9055e094-023c-4121-af77-f1411132f956" providerId="AD" clId="Web-{70A6B245-2C89-EBC9-6696-1C62E308EBBF}" dt="2026-03-02T10:48:59.242" v="20" actId="20577"/>
          <ac:spMkLst>
            <pc:docMk/>
            <pc:sldMk cId="2159444441" sldId="258"/>
            <ac:spMk id="3" creationId="{A9709F20-3263-A7B4-CEE0-22111DF1FBAA}"/>
          </ac:spMkLst>
        </pc:spChg>
      </pc:sldChg>
      <pc:sldChg chg="addSp delSp modSp new mod modTransition setBg addAnim delAnim modAnim">
        <pc:chgData name="Niek Middel" userId="S::170564@student.talland.nl::9055e094-023c-4121-af77-f1411132f956" providerId="AD" clId="Web-{70A6B245-2C89-EBC9-6696-1C62E308EBBF}" dt="2026-03-02T10:56:57.174" v="96"/>
        <pc:sldMkLst>
          <pc:docMk/>
          <pc:sldMk cId="880153011" sldId="259"/>
        </pc:sldMkLst>
        <pc:spChg chg="mod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2" creationId="{D11B3F5B-F8D3-5C15-587B-5FECA783AE52}"/>
          </ac:spMkLst>
        </pc:spChg>
        <pc:spChg chg="del">
          <ac:chgData name="Niek Middel" userId="S::170564@student.talland.nl::9055e094-023c-4121-af77-f1411132f956" providerId="AD" clId="Web-{70A6B245-2C89-EBC9-6696-1C62E308EBBF}" dt="2026-03-02T10:50:37.917" v="25"/>
          <ac:spMkLst>
            <pc:docMk/>
            <pc:sldMk cId="880153011" sldId="259"/>
            <ac:spMk id="3" creationId="{B6341F8E-EB37-577F-EEB6-B680D48C9E7B}"/>
          </ac:spMkLst>
        </pc:spChg>
        <pc:spChg chg="add mod">
          <ac:chgData name="Niek Middel" userId="S::170564@student.talland.nl::9055e094-023c-4121-af77-f1411132f956" providerId="AD" clId="Web-{70A6B245-2C89-EBC9-6696-1C62E308EBBF}" dt="2026-03-02T10:56:08.377" v="90" actId="1076"/>
          <ac:spMkLst>
            <pc:docMk/>
            <pc:sldMk cId="880153011" sldId="259"/>
            <ac:spMk id="7" creationId="{53C35456-8C67-21E3-64B3-3DB0B50E0C6D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11" creationId="{09646535-AEF6-4883-A4F9-EEC1F8B4319E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13" creationId="{16A965BF-6EBA-451C-9F67-78DB144347B8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15" creationId="{47E27FD1-C42C-4144-BDB4-B26C897EAD22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27" creationId="{61DBDC3E-EFBF-429B-957B-6C76FFB44963}"/>
          </ac:spMkLst>
        </pc:spChg>
        <pc:grpChg chg="add del">
          <ac:chgData name="Niek Middel" userId="S::170564@student.talland.nl::9055e094-023c-4121-af77-f1411132f956" providerId="AD" clId="Web-{70A6B245-2C89-EBC9-6696-1C62E308EBBF}" dt="2026-03-02T10:52:50.655" v="52"/>
          <ac:grpSpMkLst>
            <pc:docMk/>
            <pc:sldMk cId="880153011" sldId="259"/>
            <ac:grpSpMk id="17" creationId="{C8F3AECA-1E28-4DB0-901D-747B827596E9}"/>
          </ac:grpSpMkLst>
        </pc:grpChg>
        <pc:grpChg chg="add del">
          <ac:chgData name="Niek Middel" userId="S::170564@student.talland.nl::9055e094-023c-4121-af77-f1411132f956" providerId="AD" clId="Web-{70A6B245-2C89-EBC9-6696-1C62E308EBBF}" dt="2026-03-02T10:52:50.655" v="52"/>
          <ac:grpSpMkLst>
            <pc:docMk/>
            <pc:sldMk cId="880153011" sldId="259"/>
            <ac:grpSpMk id="22" creationId="{3214C51D-3B74-4CCB-82B8-A184460FCAA2}"/>
          </ac:grpSpMkLst>
        </pc:grpChg>
        <pc:picChg chg="add mod">
          <ac:chgData name="Niek Middel" userId="S::170564@student.talland.nl::9055e094-023c-4121-af77-f1411132f956" providerId="AD" clId="Web-{70A6B245-2C89-EBC9-6696-1C62E308EBBF}" dt="2026-03-02T10:54:10.281" v="64" actId="1076"/>
          <ac:picMkLst>
            <pc:docMk/>
            <pc:sldMk cId="880153011" sldId="259"/>
            <ac:picMk id="4" creationId="{6EA9F7BE-E6C2-77D6-7C7B-B33E2D02CC37}"/>
          </ac:picMkLst>
        </pc:picChg>
        <pc:picChg chg="add mod">
          <ac:chgData name="Niek Middel" userId="S::170564@student.talland.nl::9055e094-023c-4121-af77-f1411132f956" providerId="AD" clId="Web-{70A6B245-2C89-EBC9-6696-1C62E308EBBF}" dt="2026-03-02T10:55:52.814" v="88" actId="1076"/>
          <ac:picMkLst>
            <pc:docMk/>
            <pc:sldMk cId="880153011" sldId="259"/>
            <ac:picMk id="5" creationId="{F652E3C0-599F-4E66-8EC1-17FE5BA189AD}"/>
          </ac:picMkLst>
        </pc:picChg>
        <pc:picChg chg="add mod ord">
          <ac:chgData name="Niek Middel" userId="S::170564@student.talland.nl::9055e094-023c-4121-af77-f1411132f956" providerId="AD" clId="Web-{70A6B245-2C89-EBC9-6696-1C62E308EBBF}" dt="2026-03-02T10:56:02.908" v="89" actId="1076"/>
          <ac:picMkLst>
            <pc:docMk/>
            <pc:sldMk cId="880153011" sldId="259"/>
            <ac:picMk id="6" creationId="{F20DB6CF-EF9C-0EA4-AB3D-41DDAFE4728C}"/>
          </ac:picMkLst>
        </pc:picChg>
      </pc:sldChg>
    </pc:docChg>
  </pc:docChgLst>
  <pc:docChgLst>
    <pc:chgData name="Niek Middel" userId="S::170564@student.talland.nl::9055e094-023c-4121-af77-f1411132f956" providerId="AD" clId="Web-{4CD7DED1-5BAB-682F-6827-2D3EA92B96CB}"/>
    <pc:docChg chg="addSld modSld addMainMaster delMainMaster">
      <pc:chgData name="Niek Middel" userId="S::170564@student.talland.nl::9055e094-023c-4121-af77-f1411132f956" providerId="AD" clId="Web-{4CD7DED1-5BAB-682F-6827-2D3EA92B96CB}" dt="2026-03-02T10:47:57.539" v="361" actId="20577"/>
      <pc:docMkLst>
        <pc:docMk/>
      </pc:docMkLst>
      <pc:sldChg chg="addSp modSp mod setBg modClrScheme chgLayout">
        <pc:chgData name="Niek Middel" userId="S::170564@student.talland.nl::9055e094-023c-4121-af77-f1411132f956" providerId="AD" clId="Web-{4CD7DED1-5BAB-682F-6827-2D3EA92B96CB}" dt="2026-03-02T10:30:43.774" v="110" actId="20577"/>
        <pc:sldMkLst>
          <pc:docMk/>
          <pc:sldMk cId="109857222" sldId="256"/>
        </pc:sldMkLst>
        <pc:spChg chg="mod">
          <ac:chgData name="Niek Middel" userId="S::170564@student.talland.nl::9055e094-023c-4121-af77-f1411132f956" providerId="AD" clId="Web-{4CD7DED1-5BAB-682F-6827-2D3EA92B96CB}" dt="2026-03-02T10:29:43.852" v="4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iek Middel" userId="S::170564@student.talland.nl::9055e094-023c-4121-af77-f1411132f956" providerId="AD" clId="Web-{4CD7DED1-5BAB-682F-6827-2D3EA92B96CB}" dt="2026-03-02T10:30:43.774" v="110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Niek Middel" userId="S::170564@student.talland.nl::9055e094-023c-4121-af77-f1411132f956" providerId="AD" clId="Web-{4CD7DED1-5BAB-682F-6827-2D3EA92B96CB}" dt="2026-03-02T10:29:24.492" v="0"/>
          <ac:spMkLst>
            <pc:docMk/>
            <pc:sldMk cId="109857222" sldId="256"/>
            <ac:spMk id="9" creationId="{54F3A7E8-6DA9-4C2B-ACC8-475F34DAEA1B}"/>
          </ac:spMkLst>
        </pc:spChg>
        <pc:spChg chg="add">
          <ac:chgData name="Niek Middel" userId="S::170564@student.talland.nl::9055e094-023c-4121-af77-f1411132f956" providerId="AD" clId="Web-{4CD7DED1-5BAB-682F-6827-2D3EA92B96CB}" dt="2026-03-02T10:29:24.492" v="0"/>
          <ac:spMkLst>
            <pc:docMk/>
            <pc:sldMk cId="109857222" sldId="256"/>
            <ac:spMk id="11" creationId="{5B21CDF0-4D24-4190-9285-9016C19C164F}"/>
          </ac:spMkLst>
        </pc:spChg>
        <pc:grpChg chg="add">
          <ac:chgData name="Niek Middel" userId="S::170564@student.talland.nl::9055e094-023c-4121-af77-f1411132f956" providerId="AD" clId="Web-{4CD7DED1-5BAB-682F-6827-2D3EA92B96CB}" dt="2026-03-02T10:29:24.492" v="0"/>
          <ac:grpSpMkLst>
            <pc:docMk/>
            <pc:sldMk cId="109857222" sldId="256"/>
            <ac:grpSpMk id="13" creationId="{3C9AA14C-80A4-427C-A911-28CD20C56E5E}"/>
          </ac:grpSpMkLst>
        </pc:grpChg>
        <pc:grpChg chg="add">
          <ac:chgData name="Niek Middel" userId="S::170564@student.talland.nl::9055e094-023c-4121-af77-f1411132f956" providerId="AD" clId="Web-{4CD7DED1-5BAB-682F-6827-2D3EA92B96CB}" dt="2026-03-02T10:29:24.492" v="0"/>
          <ac:grpSpMkLst>
            <pc:docMk/>
            <pc:sldMk cId="109857222" sldId="256"/>
            <ac:grpSpMk id="18" creationId="{F2FD01A0-E6FF-41CD-AEBD-279232B90D43}"/>
          </ac:grpSpMkLst>
        </pc:grpChg>
        <pc:picChg chg="add">
          <ac:chgData name="Niek Middel" userId="S::170564@student.talland.nl::9055e094-023c-4121-af77-f1411132f956" providerId="AD" clId="Web-{4CD7DED1-5BAB-682F-6827-2D3EA92B96CB}" dt="2026-03-02T10:29:24.492" v="0"/>
          <ac:picMkLst>
            <pc:docMk/>
            <pc:sldMk cId="109857222" sldId="256"/>
            <ac:picMk id="4" creationId="{1749B766-B55D-A362-2E5F-11F9A245E744}"/>
          </ac:picMkLst>
        </pc:picChg>
      </pc:sldChg>
      <pc:sldChg chg="addSp delSp modSp new mod setBg">
        <pc:chgData name="Niek Middel" userId="S::170564@student.talland.nl::9055e094-023c-4121-af77-f1411132f956" providerId="AD" clId="Web-{4CD7DED1-5BAB-682F-6827-2D3EA92B96CB}" dt="2026-03-02T10:46:14.554" v="324" actId="20577"/>
        <pc:sldMkLst>
          <pc:docMk/>
          <pc:sldMk cId="63613547" sldId="257"/>
        </pc:sldMkLst>
        <pc:spChg chg="mod ord">
          <ac:chgData name="Niek Middel" userId="S::170564@student.talland.nl::9055e094-023c-4121-af77-f1411132f956" providerId="AD" clId="Web-{4CD7DED1-5BAB-682F-6827-2D3EA92B96CB}" dt="2026-03-02T10:46:14.554" v="324" actId="20577"/>
          <ac:spMkLst>
            <pc:docMk/>
            <pc:sldMk cId="63613547" sldId="257"/>
            <ac:spMk id="2" creationId="{AED78EB8-38B8-7738-0B0D-451E8EC84D55}"/>
          </ac:spMkLst>
        </pc:spChg>
        <pc:spChg chg="del">
          <ac:chgData name="Niek Middel" userId="S::170564@student.talland.nl::9055e094-023c-4121-af77-f1411132f956" providerId="AD" clId="Web-{4CD7DED1-5BAB-682F-6827-2D3EA92B96CB}" dt="2026-03-02T10:39:33.187" v="150"/>
          <ac:spMkLst>
            <pc:docMk/>
            <pc:sldMk cId="63613547" sldId="257"/>
            <ac:spMk id="3" creationId="{E21F0D73-B200-63B4-CA56-051D499C5EF0}"/>
          </ac:spMkLst>
        </pc:spChg>
        <pc:spChg chg="add del mod">
          <ac:chgData name="Niek Middel" userId="S::170564@student.talland.nl::9055e094-023c-4121-af77-f1411132f956" providerId="AD" clId="Web-{4CD7DED1-5BAB-682F-6827-2D3EA92B96CB}" dt="2026-03-02T10:40:41.158" v="167"/>
          <ac:spMkLst>
            <pc:docMk/>
            <pc:sldMk cId="63613547" sldId="257"/>
            <ac:spMk id="11" creationId="{F7BE2DD2-000F-C86A-8A0A-38CCC43266DB}"/>
          </ac:spMkLst>
        </pc:spChg>
        <pc:spChg chg="add">
          <ac:chgData name="Niek Middel" userId="S::170564@student.talland.nl::9055e094-023c-4121-af77-f1411132f956" providerId="AD" clId="Web-{4CD7DED1-5BAB-682F-6827-2D3EA92B96CB}" dt="2026-03-02T10:40:55.205" v="169"/>
          <ac:spMkLst>
            <pc:docMk/>
            <pc:sldMk cId="63613547" sldId="257"/>
            <ac:spMk id="17" creationId="{09646535-AEF6-4883-A4F9-EEC1F8B4319E}"/>
          </ac:spMkLst>
        </pc:spChg>
        <pc:spChg chg="add">
          <ac:chgData name="Niek Middel" userId="S::170564@student.talland.nl::9055e094-023c-4121-af77-f1411132f956" providerId="AD" clId="Web-{4CD7DED1-5BAB-682F-6827-2D3EA92B96CB}" dt="2026-03-02T10:40:55.205" v="169"/>
          <ac:spMkLst>
            <pc:docMk/>
            <pc:sldMk cId="63613547" sldId="257"/>
            <ac:spMk id="19" creationId="{7FEECB93-933C-477B-BC7D-C2F2F6271A66}"/>
          </ac:spMkLst>
        </pc:spChg>
        <pc:spChg chg="add">
          <ac:chgData name="Niek Middel" userId="S::170564@student.talland.nl::9055e094-023c-4121-af77-f1411132f956" providerId="AD" clId="Web-{4CD7DED1-5BAB-682F-6827-2D3EA92B96CB}" dt="2026-03-02T10:40:55.205" v="169"/>
          <ac:spMkLst>
            <pc:docMk/>
            <pc:sldMk cId="63613547" sldId="257"/>
            <ac:spMk id="21" creationId="{497BC505-FE0C-4637-A29D-B71DFBBBAA71}"/>
          </ac:spMkLst>
        </pc:spChg>
        <pc:grpChg chg="add">
          <ac:chgData name="Niek Middel" userId="S::170564@student.talland.nl::9055e094-023c-4121-af77-f1411132f956" providerId="AD" clId="Web-{4CD7DED1-5BAB-682F-6827-2D3EA92B96CB}" dt="2026-03-02T10:40:55.205" v="169"/>
          <ac:grpSpMkLst>
            <pc:docMk/>
            <pc:sldMk cId="63613547" sldId="257"/>
            <ac:grpSpMk id="23" creationId="{F2FD01A0-E6FF-41CD-AEBD-279232B90D43}"/>
          </ac:grpSpMkLst>
        </pc:grpChg>
        <pc:grpChg chg="add">
          <ac:chgData name="Niek Middel" userId="S::170564@student.talland.nl::9055e094-023c-4121-af77-f1411132f956" providerId="AD" clId="Web-{4CD7DED1-5BAB-682F-6827-2D3EA92B96CB}" dt="2026-03-02T10:40:55.205" v="169"/>
          <ac:grpSpMkLst>
            <pc:docMk/>
            <pc:sldMk cId="63613547" sldId="257"/>
            <ac:grpSpMk id="28" creationId="{3C9AA14C-80A4-427C-A911-28CD20C56E5E}"/>
          </ac:grpSpMkLst>
        </pc:grpChg>
        <pc:picChg chg="add del mod ord">
          <ac:chgData name="Niek Middel" userId="S::170564@student.talland.nl::9055e094-023c-4121-af77-f1411132f956" providerId="AD" clId="Web-{4CD7DED1-5BAB-682F-6827-2D3EA92B96CB}" dt="2026-03-02T10:40:32.814" v="166"/>
          <ac:picMkLst>
            <pc:docMk/>
            <pc:sldMk cId="63613547" sldId="257"/>
            <ac:picMk id="4" creationId="{C6BC4F1E-93C0-B278-0D0E-24F6D4B8A14C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31.142" v="165"/>
          <ac:picMkLst>
            <pc:docMk/>
            <pc:sldMk cId="63613547" sldId="257"/>
            <ac:picMk id="5" creationId="{3850A52D-A7A0-F8CC-0A29-444A592D7160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29.908" v="164"/>
          <ac:picMkLst>
            <pc:docMk/>
            <pc:sldMk cId="63613547" sldId="257"/>
            <ac:picMk id="6" creationId="{238931F9-8C8A-2AC8-66A4-C8D36C40C208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28.579" v="163"/>
          <ac:picMkLst>
            <pc:docMk/>
            <pc:sldMk cId="63613547" sldId="257"/>
            <ac:picMk id="7" creationId="{970E63CF-A111-B2AD-4A3B-7405CFA7C904}"/>
          </ac:picMkLst>
        </pc:picChg>
        <pc:picChg chg="add del mod modCrop">
          <ac:chgData name="Niek Middel" userId="S::170564@student.talland.nl::9055e094-023c-4121-af77-f1411132f956" providerId="AD" clId="Web-{4CD7DED1-5BAB-682F-6827-2D3EA92B96CB}" dt="2026-03-02T10:40:25.298" v="161"/>
          <ac:picMkLst>
            <pc:docMk/>
            <pc:sldMk cId="63613547" sldId="257"/>
            <ac:picMk id="8" creationId="{530107FA-626A-FCFB-4345-5772A23C8D7F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27.079" v="162"/>
          <ac:picMkLst>
            <pc:docMk/>
            <pc:sldMk cId="63613547" sldId="257"/>
            <ac:picMk id="9" creationId="{9B48F132-C4E7-274E-F9CD-DC3B90F29425}"/>
          </ac:picMkLst>
        </pc:picChg>
        <pc:picChg chg="add mod ord">
          <ac:chgData name="Niek Middel" userId="S::170564@student.talland.nl::9055e094-023c-4121-af77-f1411132f956" providerId="AD" clId="Web-{4CD7DED1-5BAB-682F-6827-2D3EA92B96CB}" dt="2026-03-02T10:40:55.205" v="169"/>
          <ac:picMkLst>
            <pc:docMk/>
            <pc:sldMk cId="63613547" sldId="257"/>
            <ac:picMk id="12" creationId="{6C6D0C11-AAD9-477F-A015-CEF41FB9278B}"/>
          </ac:picMkLst>
        </pc:picChg>
      </pc:sldChg>
      <pc:sldChg chg="modSp new">
        <pc:chgData name="Niek Middel" userId="S::170564@student.talland.nl::9055e094-023c-4121-af77-f1411132f956" providerId="AD" clId="Web-{4CD7DED1-5BAB-682F-6827-2D3EA92B96CB}" dt="2026-03-02T10:47:57.539" v="361" actId="20577"/>
        <pc:sldMkLst>
          <pc:docMk/>
          <pc:sldMk cId="2159444441" sldId="258"/>
        </pc:sldMkLst>
        <pc:spChg chg="mod">
          <ac:chgData name="Niek Middel" userId="S::170564@student.talland.nl::9055e094-023c-4121-af77-f1411132f956" providerId="AD" clId="Web-{4CD7DED1-5BAB-682F-6827-2D3EA92B96CB}" dt="2026-03-02T10:46:03.913" v="318" actId="20577"/>
          <ac:spMkLst>
            <pc:docMk/>
            <pc:sldMk cId="2159444441" sldId="258"/>
            <ac:spMk id="2" creationId="{3E20D1ED-2931-08C6-0B03-57D782E097F7}"/>
          </ac:spMkLst>
        </pc:spChg>
        <pc:spChg chg="mod">
          <ac:chgData name="Niek Middel" userId="S::170564@student.talland.nl::9055e094-023c-4121-af77-f1411132f956" providerId="AD" clId="Web-{4CD7DED1-5BAB-682F-6827-2D3EA92B96CB}" dt="2026-03-02T10:47:57.539" v="361" actId="20577"/>
          <ac:spMkLst>
            <pc:docMk/>
            <pc:sldMk cId="2159444441" sldId="258"/>
            <ac:spMk id="3" creationId="{A9709F20-3263-A7B4-CEE0-22111DF1FBAA}"/>
          </ac:spMkLst>
        </pc:spChg>
      </pc:sldChg>
      <pc:sldMasterChg chg="del delSldLayout">
        <pc:chgData name="Niek Middel" userId="S::170564@student.talland.nl::9055e094-023c-4121-af77-f1411132f956" providerId="AD" clId="Web-{4CD7DED1-5BAB-682F-6827-2D3EA92B96CB}" dt="2026-03-02T10:29:24.492" v="0"/>
        <pc:sldMasterMkLst>
          <pc:docMk/>
          <pc:sldMasterMk cId="2460954070" sldId="2147483660"/>
        </pc:sldMasterMkLst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Niek Middel" userId="S::170564@student.talland.nl::9055e094-023c-4121-af77-f1411132f956" providerId="AD" clId="Web-{4CD7DED1-5BAB-682F-6827-2D3EA92B96CB}" dt="2026-03-02T10:29:24.492" v="0"/>
        <pc:sldMasterMkLst>
          <pc:docMk/>
          <pc:sldMasterMk cId="3381890127" sldId="2147483766"/>
        </pc:sldMasterMkLst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3748469120" sldId="2147483755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3851235197" sldId="2147483756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557486851" sldId="2147483757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2180614428" sldId="2147483758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3975643568" sldId="2147483759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694248262" sldId="2147483760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564654957" sldId="2147483761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2415318696" sldId="2147483762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960530139" sldId="2147483763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296015463" sldId="2147483764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189217900" sldId="21474837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5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1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3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4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6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3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8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1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4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March 10,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90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59" r:id="rId6"/>
    <p:sldLayoutId id="2147483755" r:id="rId7"/>
    <p:sldLayoutId id="2147483756" r:id="rId8"/>
    <p:sldLayoutId id="2147483757" r:id="rId9"/>
    <p:sldLayoutId id="2147483758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users/DontCloneBasil/projects/11/views/3?pane=issue&amp;itemId=156256852&amp;issue=DontCloneBasil%7CProject-smarties%7C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DontCloneBasil/projects/11/views/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DontCloneBasil/projects/11/views/3?pane=issue&amp;itemId=156271447&amp;issue=DontCloneBasil%7CProject-smarties%7C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igma.com/design/3uB4CW9IVYODcOBoEHgKON/project-smarties-projectboard?node-id=0-1&amp;p=f&amp;t=VyoylGJZ4upa6pGL-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DontCloneBasil/projects/11/views/3?pane=issue&amp;itemId=156256852&amp;issue=DontCloneBasil%7CProject-smarties%7C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users/DontCloneBasil/projects/11/views/6?pane=issue&amp;itemId=156258490&amp;issue=DontCloneBasil%7CProject-smarties%7C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users/DontCloneBasil/projects/11/views/6?pane=issue&amp;itemId=156258490&amp;issue=DontCloneBasil%7CProject-smarties%7C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users/DontCloneBasil/projects/11/views/6?pane=issue&amp;itemId=156270720&amp;issue=DontCloneBasil%7CProject-smarties%7C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users/DontCloneBasil/projects/11/views/6?pane=issue&amp;itemId=156287832&amp;issue=DontCloneBasil%7CProject-smarties%7C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users/DontCloneBasil/projects/11/views/6?pane=issue&amp;itemId=156287832&amp;issue=DontCloneBasil%7CProject-smarties%7C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users/DontCloneBasil/projects/11/views/6?pane=issue&amp;itemId=156289944&amp;issue=DontCloneBasil%7CProject-smarties%7C1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000" y="1449388"/>
            <a:ext cx="5015638" cy="2075012"/>
          </a:xfrm>
        </p:spPr>
        <p:txBody>
          <a:bodyPr>
            <a:normAutofit fontScale="90000"/>
          </a:bodyPr>
          <a:lstStyle/>
          <a:p>
            <a:r>
              <a:rPr lang="nl-NL" noProof="0" dirty="0"/>
              <a:t>Sprint reviews project </a:t>
            </a:r>
            <a:r>
              <a:rPr lang="nl-NL" noProof="0" dirty="0" err="1"/>
              <a:t>smarties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0000" y="3830398"/>
            <a:ext cx="5015638" cy="1219439"/>
          </a:xfrm>
        </p:spPr>
        <p:txBody>
          <a:bodyPr vert="horz" lIns="0" tIns="0" rIns="0" bIns="0" rtlCol="0" anchor="t">
            <a:normAutofit/>
          </a:bodyPr>
          <a:lstStyle/>
          <a:p>
            <a:pPr marL="457200" indent="-457200">
              <a:buFont typeface="Arial" panose="03070A02030502020204" pitchFamily="66" charset="0"/>
              <a:buChar char="•"/>
            </a:pPr>
            <a:r>
              <a:rPr lang="nl-NL" noProof="0" dirty="0">
                <a:solidFill>
                  <a:srgbClr val="FFFFFF">
                    <a:alpha val="58000"/>
                  </a:srgbClr>
                </a:solidFill>
              </a:rPr>
              <a:t>Sprint 1: 2 t/m 6</a:t>
            </a:r>
          </a:p>
          <a:p>
            <a:pPr marL="457200" indent="-457200">
              <a:buFont typeface="Arial" panose="03070A02030502020204" pitchFamily="66" charset="0"/>
              <a:buChar char="•"/>
            </a:pPr>
            <a:r>
              <a:rPr lang="nl-NL" noProof="0" dirty="0">
                <a:solidFill>
                  <a:srgbClr val="FFFFFF">
                    <a:alpha val="58000"/>
                  </a:srgbClr>
                </a:solidFill>
              </a:rPr>
              <a:t>Sprint 2: 7 t/m 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9B766-B55D-A362-2E5F-11F9A245E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97" r="31736" b="-4"/>
          <a:stretch>
            <a:fillRect/>
          </a:stretch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1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0CAB9-F0AE-414E-805C-776919054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7C80BC-190C-4813-9BAE-C4B56C5C7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0D1ED-2931-08C6-0B03-57D782E0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6" y="619201"/>
            <a:ext cx="4134302" cy="14773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2500" noProof="0" dirty="0">
                <a:hlinkClick r:id="rId2"/>
              </a:rPr>
              <a:t>Sprint 1:</a:t>
            </a:r>
            <a:br>
              <a:rPr lang="nl-NL" sz="2500" noProof="0" dirty="0"/>
            </a:br>
            <a:br>
              <a:rPr lang="nl-NL" sz="2500" noProof="0" dirty="0"/>
            </a:br>
            <a:r>
              <a:rPr lang="nl-NL" sz="2500" noProof="0" dirty="0"/>
              <a:t>Wat is gedaan deze sprint?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09F20-3263-A7B4-CEE0-22111DF1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633600"/>
            <a:ext cx="6900137" cy="1282513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nl-NL" noProof="0" dirty="0"/>
              <a:t>Het maken van een </a:t>
            </a:r>
            <a:r>
              <a:rPr lang="nl-NL" noProof="0" dirty="0" err="1"/>
              <a:t>backlog</a:t>
            </a:r>
            <a:r>
              <a:rPr lang="nl-NL" noProof="0" dirty="0"/>
              <a:t>: dia 3</a:t>
            </a:r>
          </a:p>
          <a:p>
            <a:pPr>
              <a:lnSpc>
                <a:spcPct val="110000"/>
              </a:lnSpc>
            </a:pPr>
            <a:r>
              <a:rPr lang="nl-NL" noProof="0" dirty="0"/>
              <a:t>Het maken van een </a:t>
            </a:r>
            <a:r>
              <a:rPr lang="nl-NL" noProof="0" dirty="0" err="1"/>
              <a:t>figma</a:t>
            </a:r>
            <a:r>
              <a:rPr lang="nl-NL" noProof="0" dirty="0"/>
              <a:t> design: dia 4</a:t>
            </a:r>
          </a:p>
          <a:p>
            <a:pPr>
              <a:lnSpc>
                <a:spcPct val="110000"/>
              </a:lnSpc>
            </a:pPr>
            <a:r>
              <a:rPr lang="nl-NL" noProof="0" dirty="0"/>
              <a:t>Het maken van een ERD: dia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C708C2-DFBA-E639-7AB5-07ADD9DDF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85"/>
          <a:stretch>
            <a:fillRect/>
          </a:stretch>
        </p:blipFill>
        <p:spPr>
          <a:xfrm>
            <a:off x="20" y="2584536"/>
            <a:ext cx="12191980" cy="4273465"/>
          </a:xfrm>
          <a:custGeom>
            <a:avLst/>
            <a:gdLst/>
            <a:ahLst/>
            <a:cxnLst/>
            <a:rect l="l" t="t" r="r" b="b"/>
            <a:pathLst>
              <a:path w="12192000" h="4273465">
                <a:moveTo>
                  <a:pt x="5674827" y="107"/>
                </a:moveTo>
                <a:cubicBezTo>
                  <a:pt x="6770307" y="-2269"/>
                  <a:pt x="8062055" y="35744"/>
                  <a:pt x="8986322" y="35744"/>
                </a:cubicBezTo>
                <a:cubicBezTo>
                  <a:pt x="10233527" y="52639"/>
                  <a:pt x="11168930" y="69533"/>
                  <a:pt x="12015248" y="52639"/>
                </a:cubicBezTo>
                <a:lnTo>
                  <a:pt x="12192000" y="60460"/>
                </a:lnTo>
                <a:lnTo>
                  <a:pt x="12192000" y="4273465"/>
                </a:lnTo>
                <a:lnTo>
                  <a:pt x="0" y="4273465"/>
                </a:lnTo>
                <a:lnTo>
                  <a:pt x="0" y="65877"/>
                </a:lnTo>
                <a:lnTo>
                  <a:pt x="107413" y="52639"/>
                </a:lnTo>
                <a:cubicBezTo>
                  <a:pt x="716168" y="1955"/>
                  <a:pt x="1725810" y="137111"/>
                  <a:pt x="4665650" y="18850"/>
                </a:cubicBezTo>
                <a:cubicBezTo>
                  <a:pt x="4966315" y="6179"/>
                  <a:pt x="5309667" y="899"/>
                  <a:pt x="5674827" y="10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944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3F5B-F8D3-5C15-587B-5FECA783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Planning: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0DB6CF-EF9C-0EA4-AB3D-41DDAFE4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58" y="3242211"/>
            <a:ext cx="11590407" cy="3434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C35456-8C67-21E3-64B3-3DB0B50E0C6D}"/>
              </a:ext>
            </a:extLst>
          </p:cNvPr>
          <p:cNvSpPr txBox="1"/>
          <p:nvPr/>
        </p:nvSpPr>
        <p:spPr>
          <a:xfrm>
            <a:off x="292273" y="2755725"/>
            <a:ext cx="43423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noProof="0" dirty="0">
                <a:hlinkClick r:id="rId3"/>
              </a:rPr>
              <a:t>Huidige </a:t>
            </a:r>
            <a:r>
              <a:rPr lang="nl-NL" noProof="0" dirty="0" err="1">
                <a:hlinkClick r:id="rId3"/>
              </a:rPr>
              <a:t>backlog</a:t>
            </a:r>
            <a:r>
              <a:rPr lang="nl-NL" noProof="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8015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FEECB93-933C-477B-BC7D-C2F2F627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6D0C11-AAD9-477F-A015-CEF41FB92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19" r="5670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97BC505-FE0C-4637-A29D-B71DFBBB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78EB8-38B8-7738-0B0D-451E8EC8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38" y="777610"/>
            <a:ext cx="5015638" cy="216514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nl-NL" sz="3500" spc="-100" noProof="0" dirty="0"/>
              <a:t>Sprint 1:</a:t>
            </a:r>
            <a:br>
              <a:rPr lang="nl-NL" sz="3500" spc="-100" noProof="0" dirty="0"/>
            </a:br>
            <a:br>
              <a:rPr lang="nl-NL" sz="3500" spc="-100" noProof="0" dirty="0"/>
            </a:br>
            <a:r>
              <a:rPr lang="nl-NL" sz="3500" spc="-100" noProof="0" dirty="0"/>
              <a:t>user story: </a:t>
            </a:r>
            <a:r>
              <a:rPr lang="nl-NL" sz="3500" spc="-100" noProof="0" dirty="0" err="1">
                <a:hlinkClick r:id="rId3"/>
              </a:rPr>
              <a:t>Figma</a:t>
            </a:r>
            <a:r>
              <a:rPr lang="nl-NL" sz="3500" spc="-100" noProof="0" dirty="0">
                <a:hlinkClick r:id="rId3"/>
              </a:rPr>
              <a:t> design</a:t>
            </a:r>
            <a:br>
              <a:rPr lang="nl-NL" sz="3500" spc="-100" noProof="0" dirty="0"/>
            </a:br>
            <a:r>
              <a:rPr lang="nl-NL" sz="3500" spc="-100" noProof="0" dirty="0">
                <a:hlinkClick r:id="rId4"/>
              </a:rPr>
              <a:t>link naar </a:t>
            </a:r>
            <a:r>
              <a:rPr lang="nl-NL" sz="3500" spc="-100" noProof="0" dirty="0" err="1">
                <a:hlinkClick r:id="rId4"/>
              </a:rPr>
              <a:t>Figma</a:t>
            </a:r>
            <a:r>
              <a:rPr lang="nl-NL" sz="3500" spc="-100" noProof="0" dirty="0">
                <a:hlinkClick r:id="rId4"/>
              </a:rPr>
              <a:t> design</a:t>
            </a:r>
            <a:endParaRPr lang="nl-NL" sz="3500" spc="-1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24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5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6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17356" y="5503147"/>
            <a:ext cx="2117174" cy="588806"/>
            <a:chOff x="4549904" y="5078157"/>
            <a:chExt cx="3023338" cy="840818"/>
          </a:xfrm>
        </p:grpSpPr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30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31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61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66C96C0-C503-4689-9188-1B79F55F3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1134FD-7889-A4D1-97FB-87CBEAE83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2" r="-1" b="7015"/>
          <a:stretch>
            <a:fillRect/>
          </a:stretch>
        </p:blipFill>
        <p:spPr>
          <a:xfrm>
            <a:off x="3068" y="1193129"/>
            <a:ext cx="12188932" cy="56648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390D9D2-CD1B-45D5-8B3B-6FF07D60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"/>
            <a:ext cx="12191997" cy="2636837"/>
          </a:xfrm>
          <a:prstGeom prst="rect">
            <a:avLst/>
          </a:prstGeom>
          <a:gradFill flip="none" rotWithShape="1"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FF64F-41B5-6043-C132-5802D2FF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300" y="784643"/>
            <a:ext cx="9492866" cy="576000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nl-NL" spc="-100" noProof="0" dirty="0"/>
              <a:t>Het maken van een </a:t>
            </a:r>
            <a:r>
              <a:rPr lang="nl-NL" spc="-100" noProof="0" dirty="0">
                <a:hlinkClick r:id="rId3"/>
              </a:rPr>
              <a:t>ERD</a:t>
            </a:r>
            <a:r>
              <a:rPr lang="nl-NL" spc="-100" noProof="0" dirty="0"/>
              <a:t>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F3AECA-1E28-4DB0-901D-747B82759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17" name="Freeform 78">
              <a:extLst>
                <a:ext uri="{FF2B5EF4-FFF2-40B4-BE49-F238E27FC236}">
                  <a16:creationId xmlns:a16="http://schemas.microsoft.com/office/drawing/2014/main" id="{F137E6B0-A1AA-47FF-AAB8-9E5D6B701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18" name="Freeform 79">
              <a:extLst>
                <a:ext uri="{FF2B5EF4-FFF2-40B4-BE49-F238E27FC236}">
                  <a16:creationId xmlns:a16="http://schemas.microsoft.com/office/drawing/2014/main" id="{F72FB821-5AF0-4EA1-B84B-D5E12D833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19" name="Freeform 85">
              <a:extLst>
                <a:ext uri="{FF2B5EF4-FFF2-40B4-BE49-F238E27FC236}">
                  <a16:creationId xmlns:a16="http://schemas.microsoft.com/office/drawing/2014/main" id="{DFE0F740-8A45-42B9-BEF6-A75329504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14C51D-3B74-4CCB-82B8-A184460F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5210" y="268794"/>
            <a:ext cx="632305" cy="1606552"/>
            <a:chOff x="10224385" y="954724"/>
            <a:chExt cx="1324087" cy="3364228"/>
          </a:xfrm>
        </p:grpSpPr>
        <p:sp>
          <p:nvSpPr>
            <p:cNvPr id="22" name="Freeform 80">
              <a:extLst>
                <a:ext uri="{FF2B5EF4-FFF2-40B4-BE49-F238E27FC236}">
                  <a16:creationId xmlns:a16="http://schemas.microsoft.com/office/drawing/2014/main" id="{66CD91DA-BDB8-476E-8111-2918188D6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3" name="Freeform 84">
              <a:extLst>
                <a:ext uri="{FF2B5EF4-FFF2-40B4-BE49-F238E27FC236}">
                  <a16:creationId xmlns:a16="http://schemas.microsoft.com/office/drawing/2014/main" id="{576CF7BA-63E8-47BF-AB8E-E9134BE8E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4" name="Freeform 87">
              <a:extLst>
                <a:ext uri="{FF2B5EF4-FFF2-40B4-BE49-F238E27FC236}">
                  <a16:creationId xmlns:a16="http://schemas.microsoft.com/office/drawing/2014/main" id="{C0C95E2B-D068-4E18-85DE-266A42E6C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34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50C8-7CF7-DC10-AD32-44D13316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Wat ga ik volgende sprint doen?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7790-5159-9103-A468-78A2CEDA3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4078656"/>
          </a:xfrm>
        </p:spPr>
        <p:txBody>
          <a:bodyPr>
            <a:normAutofit/>
          </a:bodyPr>
          <a:lstStyle/>
          <a:p>
            <a:r>
              <a:rPr lang="nl-NL" noProof="0" dirty="0"/>
              <a:t>Site maken:</a:t>
            </a:r>
          </a:p>
          <a:p>
            <a:pPr lvl="1"/>
            <a:r>
              <a:rPr lang="nl-NL" noProof="0" dirty="0"/>
              <a:t>Het aanmaken van een site doe opgestart kan worden.</a:t>
            </a:r>
          </a:p>
          <a:p>
            <a:r>
              <a:rPr lang="nl-NL" noProof="0" dirty="0"/>
              <a:t>Log in en </a:t>
            </a:r>
            <a:r>
              <a:rPr lang="nl-NL" noProof="0" dirty="0" err="1"/>
              <a:t>sign</a:t>
            </a:r>
            <a:r>
              <a:rPr lang="nl-NL" noProof="0" dirty="0"/>
              <a:t>-up opzetten:</a:t>
            </a:r>
          </a:p>
          <a:p>
            <a:pPr lvl="1"/>
            <a:r>
              <a:rPr lang="nl-NL" noProof="0" dirty="0"/>
              <a:t>Zorgen dat je een account kan aanmaken.</a:t>
            </a:r>
          </a:p>
          <a:p>
            <a:pPr lvl="1"/>
            <a:r>
              <a:rPr lang="nl-NL" noProof="0" dirty="0"/>
              <a:t>Zorgen dat je kan inloggen op je account.</a:t>
            </a:r>
          </a:p>
          <a:p>
            <a:r>
              <a:rPr lang="nl-NL" noProof="0" dirty="0"/>
              <a:t>Database opzetten:</a:t>
            </a:r>
          </a:p>
          <a:p>
            <a:pPr lvl="1"/>
            <a:r>
              <a:rPr lang="nl-NL" noProof="0" dirty="0"/>
              <a:t>Het opzetten van een database op basis van de ERD.</a:t>
            </a:r>
          </a:p>
          <a:p>
            <a:r>
              <a:rPr lang="nl-NL" noProof="0" dirty="0"/>
              <a:t>Toevoegen van </a:t>
            </a:r>
            <a:r>
              <a:rPr lang="nl-NL" noProof="0" dirty="0" err="1"/>
              <a:t>admin</a:t>
            </a:r>
            <a:r>
              <a:rPr lang="nl-NL" noProof="0" dirty="0"/>
              <a:t> specifieke features:</a:t>
            </a:r>
          </a:p>
          <a:p>
            <a:pPr lvl="1"/>
            <a:r>
              <a:rPr lang="nl-NL" noProof="0" dirty="0"/>
              <a:t>De site veranderd op basis of de gebruiker een </a:t>
            </a:r>
            <a:r>
              <a:rPr lang="nl-NL" noProof="0" dirty="0" err="1"/>
              <a:t>admin</a:t>
            </a:r>
            <a:r>
              <a:rPr lang="nl-NL" noProof="0" dirty="0"/>
              <a:t> is.</a:t>
            </a:r>
          </a:p>
        </p:txBody>
      </p:sp>
    </p:spTree>
    <p:extLst>
      <p:ext uri="{BB962C8B-B14F-4D97-AF65-F5344CB8AC3E}">
        <p14:creationId xmlns:p14="http://schemas.microsoft.com/office/powerpoint/2010/main" val="94939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0CAB9-F0AE-414E-805C-776919054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7C80BC-190C-4813-9BAE-C4B56C5C7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5DA50-45EB-F77C-DCCD-F6B201CD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1"/>
            <a:ext cx="3095626" cy="14773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2500" noProof="0" dirty="0">
                <a:hlinkClick r:id="rId2"/>
              </a:rPr>
              <a:t>Sprint 2:</a:t>
            </a:r>
            <a:br>
              <a:rPr lang="nl-NL" sz="2500" noProof="0" dirty="0"/>
            </a:br>
            <a:br>
              <a:rPr lang="nl-NL" sz="2500" noProof="0" dirty="0"/>
            </a:br>
            <a:r>
              <a:rPr lang="nl-NL" sz="2500" noProof="0" dirty="0"/>
              <a:t>wat is er deze sprint gedaan?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52D2B-9045-7494-5884-920B155F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633600"/>
            <a:ext cx="6900137" cy="12825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sz="1300" noProof="0" dirty="0"/>
              <a:t>Site gemaakt: dia 8</a:t>
            </a:r>
          </a:p>
          <a:p>
            <a:pPr>
              <a:lnSpc>
                <a:spcPct val="110000"/>
              </a:lnSpc>
            </a:pPr>
            <a:r>
              <a:rPr lang="nl-NL" sz="1300" noProof="0" dirty="0" err="1"/>
              <a:t>Back-end</a:t>
            </a:r>
            <a:r>
              <a:rPr lang="nl-NL" sz="1300" noProof="0" dirty="0"/>
              <a:t> opgezet: dia 9</a:t>
            </a:r>
          </a:p>
          <a:p>
            <a:pPr>
              <a:lnSpc>
                <a:spcPct val="110000"/>
              </a:lnSpc>
            </a:pPr>
            <a:r>
              <a:rPr lang="nl-NL" sz="1300" noProof="0" dirty="0"/>
              <a:t>Account </a:t>
            </a:r>
            <a:r>
              <a:rPr lang="nl-NL" sz="1300" noProof="0" dirty="0" err="1"/>
              <a:t>sign</a:t>
            </a:r>
            <a:r>
              <a:rPr lang="nl-NL" sz="1300" noProof="0" dirty="0"/>
              <a:t> up en login aangemaakt: dia 10 t/m 12</a:t>
            </a:r>
          </a:p>
          <a:p>
            <a:pPr>
              <a:lnSpc>
                <a:spcPct val="110000"/>
              </a:lnSpc>
            </a:pPr>
            <a:r>
              <a:rPr lang="nl-NL" sz="1300" noProof="0" dirty="0" err="1"/>
              <a:t>Admin</a:t>
            </a:r>
            <a:r>
              <a:rPr lang="nl-NL" sz="1300" noProof="0" dirty="0"/>
              <a:t> versie gemaakt: dia 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A39B0-BD6F-7BFF-19D0-409AFDE37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9" b="15396"/>
          <a:stretch>
            <a:fillRect/>
          </a:stretch>
        </p:blipFill>
        <p:spPr>
          <a:xfrm>
            <a:off x="20" y="2096530"/>
            <a:ext cx="12191980" cy="4761472"/>
          </a:xfrm>
          <a:custGeom>
            <a:avLst/>
            <a:gdLst/>
            <a:ahLst/>
            <a:cxnLst/>
            <a:rect l="l" t="t" r="r" b="b"/>
            <a:pathLst>
              <a:path w="12192000" h="4273465">
                <a:moveTo>
                  <a:pt x="5674827" y="107"/>
                </a:moveTo>
                <a:cubicBezTo>
                  <a:pt x="6770307" y="-2269"/>
                  <a:pt x="8062055" y="35744"/>
                  <a:pt x="8986322" y="35744"/>
                </a:cubicBezTo>
                <a:cubicBezTo>
                  <a:pt x="10233527" y="52639"/>
                  <a:pt x="11168930" y="69533"/>
                  <a:pt x="12015248" y="52639"/>
                </a:cubicBezTo>
                <a:lnTo>
                  <a:pt x="12192000" y="60460"/>
                </a:lnTo>
                <a:lnTo>
                  <a:pt x="12192000" y="4273465"/>
                </a:lnTo>
                <a:lnTo>
                  <a:pt x="0" y="4273465"/>
                </a:lnTo>
                <a:lnTo>
                  <a:pt x="0" y="65877"/>
                </a:lnTo>
                <a:lnTo>
                  <a:pt x="107413" y="52639"/>
                </a:lnTo>
                <a:cubicBezTo>
                  <a:pt x="716168" y="1955"/>
                  <a:pt x="1725810" y="137111"/>
                  <a:pt x="4665650" y="18850"/>
                </a:cubicBezTo>
                <a:cubicBezTo>
                  <a:pt x="4966315" y="6179"/>
                  <a:pt x="5309667" y="899"/>
                  <a:pt x="5674827" y="10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733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490388-8F15-4A9F-8704-8E14DA0A2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3CFA7B-4EED-471A-B381-E2451EB9F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BB265-5BC6-48FC-5187-5114E30B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006" y="619199"/>
            <a:ext cx="8831988" cy="576000"/>
          </a:xfrm>
        </p:spPr>
        <p:txBody>
          <a:bodyPr vert="horz" wrap="square" lIns="0" tIns="0" rIns="0" bIns="0" rtlCol="0" anchor="t" anchorCtr="0">
            <a:normAutofit fontScale="90000"/>
          </a:bodyPr>
          <a:lstStyle/>
          <a:p>
            <a:pPr algn="ctr"/>
            <a:r>
              <a:rPr lang="nl-NL" spc="-100" noProof="0" dirty="0"/>
              <a:t>Site aanmaken:</a:t>
            </a:r>
            <a:br>
              <a:rPr lang="nl-NL" spc="-100" noProof="0" dirty="0"/>
            </a:br>
            <a:r>
              <a:rPr lang="nl-NL" spc="-100" noProof="0" dirty="0">
                <a:hlinkClick r:id="rId2"/>
              </a:rPr>
              <a:t>userstory</a:t>
            </a:r>
            <a:endParaRPr lang="nl-NL" spc="-100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B9F6EC0-277F-44C6-B184-69E3E724F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23" name="Freeform 78">
              <a:extLst>
                <a:ext uri="{FF2B5EF4-FFF2-40B4-BE49-F238E27FC236}">
                  <a16:creationId xmlns:a16="http://schemas.microsoft.com/office/drawing/2014/main" id="{D79E25EA-5CD2-4144-9415-9CC18FEB7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4" name="Freeform 79">
              <a:extLst>
                <a:ext uri="{FF2B5EF4-FFF2-40B4-BE49-F238E27FC236}">
                  <a16:creationId xmlns:a16="http://schemas.microsoft.com/office/drawing/2014/main" id="{457F1A4D-A526-4256-A5DD-9A5CD5F8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5" name="Freeform 85">
              <a:extLst>
                <a:ext uri="{FF2B5EF4-FFF2-40B4-BE49-F238E27FC236}">
                  <a16:creationId xmlns:a16="http://schemas.microsoft.com/office/drawing/2014/main" id="{E3AE5771-98BC-4643-B9B6-33050118EB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F9E569-55E1-4A0E-AEEB-20938886C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5209" y="268793"/>
            <a:ext cx="632305" cy="1606552"/>
            <a:chOff x="10224385" y="954724"/>
            <a:chExt cx="1324087" cy="3364228"/>
          </a:xfrm>
        </p:grpSpPr>
        <p:sp>
          <p:nvSpPr>
            <p:cNvPr id="28" name="Freeform 80">
              <a:extLst>
                <a:ext uri="{FF2B5EF4-FFF2-40B4-BE49-F238E27FC236}">
                  <a16:creationId xmlns:a16="http://schemas.microsoft.com/office/drawing/2014/main" id="{2C39201F-08AB-4151-8EE0-E3B2EA603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9" name="Freeform 84">
              <a:extLst>
                <a:ext uri="{FF2B5EF4-FFF2-40B4-BE49-F238E27FC236}">
                  <a16:creationId xmlns:a16="http://schemas.microsoft.com/office/drawing/2014/main" id="{AE068D00-F662-49DA-B0B5-9B0CCA0F1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30" name="Freeform 87">
              <a:extLst>
                <a:ext uri="{FF2B5EF4-FFF2-40B4-BE49-F238E27FC236}">
                  <a16:creationId xmlns:a16="http://schemas.microsoft.com/office/drawing/2014/main" id="{723B256D-0F02-4528-AAB4-A818B7736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3B22E09-78B8-4CF9-9DB2-8887C3D1B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36" y="2905725"/>
            <a:ext cx="4651947" cy="3128434"/>
          </a:xfrm>
          <a:custGeom>
            <a:avLst/>
            <a:gdLst/>
            <a:ahLst/>
            <a:cxnLst/>
            <a:rect l="l" t="t" r="r" b="b"/>
            <a:pathLst>
              <a:path w="2412081" h="3501162">
                <a:moveTo>
                  <a:pt x="0" y="0"/>
                </a:moveTo>
                <a:lnTo>
                  <a:pt x="2412081" y="0"/>
                </a:lnTo>
                <a:lnTo>
                  <a:pt x="2412081" y="3501162"/>
                </a:lnTo>
                <a:lnTo>
                  <a:pt x="0" y="3501162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DC1F3-FAC9-0D94-DF18-AE6449DE40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417" y="3258839"/>
            <a:ext cx="5559168" cy="2737888"/>
          </a:xfrm>
          <a:custGeom>
            <a:avLst/>
            <a:gdLst/>
            <a:ahLst/>
            <a:cxnLst/>
            <a:rect l="l" t="t" r="r" b="b"/>
            <a:pathLst>
              <a:path w="2412081" h="3501162">
                <a:moveTo>
                  <a:pt x="0" y="0"/>
                </a:moveTo>
                <a:lnTo>
                  <a:pt x="2412081" y="0"/>
                </a:lnTo>
                <a:lnTo>
                  <a:pt x="2412081" y="3501162"/>
                </a:lnTo>
                <a:lnTo>
                  <a:pt x="0" y="3501162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EF732A-1D78-B07A-95DB-5298AAD0B5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711" y="1985067"/>
            <a:ext cx="4172016" cy="1178593"/>
          </a:xfrm>
          <a:custGeom>
            <a:avLst/>
            <a:gdLst/>
            <a:ahLst/>
            <a:cxnLst/>
            <a:rect l="l" t="t" r="r" b="b"/>
            <a:pathLst>
              <a:path w="2412081" h="3501162">
                <a:moveTo>
                  <a:pt x="0" y="0"/>
                </a:moveTo>
                <a:lnTo>
                  <a:pt x="2412081" y="0"/>
                </a:lnTo>
                <a:lnTo>
                  <a:pt x="2412081" y="3501162"/>
                </a:lnTo>
                <a:lnTo>
                  <a:pt x="0" y="3501162"/>
                </a:lnTo>
                <a:close/>
              </a:path>
            </a:pathLst>
          </a:cu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F7077-487F-DC08-289B-1497C8F14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36" y="1985067"/>
            <a:ext cx="4600213" cy="816537"/>
          </a:xfrm>
          <a:custGeom>
            <a:avLst/>
            <a:gdLst/>
            <a:ahLst/>
            <a:cxnLst/>
            <a:rect l="l" t="t" r="r" b="b"/>
            <a:pathLst>
              <a:path w="2412081" h="3501162">
                <a:moveTo>
                  <a:pt x="0" y="0"/>
                </a:moveTo>
                <a:lnTo>
                  <a:pt x="2412081" y="0"/>
                </a:lnTo>
                <a:lnTo>
                  <a:pt x="2412081" y="3501162"/>
                </a:lnTo>
                <a:lnTo>
                  <a:pt x="0" y="3501162"/>
                </a:lnTo>
                <a:close/>
              </a:path>
            </a:pathLst>
          </a:custGeom>
        </p:spPr>
      </p:pic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48368558-F8FD-4983-ABE2-B5E00F0B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5731668" y="397669"/>
            <a:ext cx="728664" cy="12192001"/>
          </a:xfrm>
          <a:custGeom>
            <a:avLst/>
            <a:gdLst>
              <a:gd name="connsiteX0" fmla="*/ 508 w 2932134"/>
              <a:gd name="connsiteY0" fmla="*/ 4431100 h 12192000"/>
              <a:gd name="connsiteX1" fmla="*/ 137030 w 2932134"/>
              <a:gd name="connsiteY1" fmla="*/ 177371 h 12192000"/>
              <a:gd name="connsiteX2" fmla="*/ 145443 w 2932134"/>
              <a:gd name="connsiteY2" fmla="*/ 0 h 12192000"/>
              <a:gd name="connsiteX3" fmla="*/ 2932134 w 2932134"/>
              <a:gd name="connsiteY3" fmla="*/ 0 h 12192000"/>
              <a:gd name="connsiteX4" fmla="*/ 2932133 w 2932134"/>
              <a:gd name="connsiteY4" fmla="*/ 12192000 h 12192000"/>
              <a:gd name="connsiteX5" fmla="*/ 172151 w 2932134"/>
              <a:gd name="connsiteY5" fmla="*/ 12192000 h 12192000"/>
              <a:gd name="connsiteX6" fmla="*/ 169761 w 2932134"/>
              <a:gd name="connsiteY6" fmla="*/ 12180928 h 12192000"/>
              <a:gd name="connsiteX7" fmla="*/ 169761 w 2932134"/>
              <a:gd name="connsiteY7" fmla="*/ 7234593 h 12192000"/>
              <a:gd name="connsiteX8" fmla="*/ 508 w 2932134"/>
              <a:gd name="connsiteY8" fmla="*/ 44311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2134" h="12192000">
                <a:moveTo>
                  <a:pt x="508" y="4431100"/>
                </a:moveTo>
                <a:cubicBezTo>
                  <a:pt x="-7698" y="2846728"/>
                  <a:pt x="85554" y="1238574"/>
                  <a:pt x="137030" y="177371"/>
                </a:cubicBezTo>
                <a:lnTo>
                  <a:pt x="145443" y="0"/>
                </a:lnTo>
                <a:lnTo>
                  <a:pt x="2932134" y="0"/>
                </a:lnTo>
                <a:lnTo>
                  <a:pt x="2932133" y="12192000"/>
                </a:lnTo>
                <a:lnTo>
                  <a:pt x="172151" y="12192000"/>
                </a:lnTo>
                <a:lnTo>
                  <a:pt x="169761" y="12180928"/>
                </a:lnTo>
                <a:cubicBezTo>
                  <a:pt x="169761" y="11800439"/>
                  <a:pt x="169761" y="10278492"/>
                  <a:pt x="169761" y="7234593"/>
                </a:cubicBezTo>
                <a:cubicBezTo>
                  <a:pt x="50398" y="6402277"/>
                  <a:pt x="5637" y="5421334"/>
                  <a:pt x="508" y="443110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29421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7B83CC-F90F-4ACC-B257-099F782DF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ADDBF-AAAB-47D2-ABFB-04A8B13D1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2797596E-1C85-4502-A66F-5628E719D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342615" y="342615"/>
            <a:ext cx="6858000" cy="6172768"/>
          </a:xfrm>
          <a:custGeom>
            <a:avLst/>
            <a:gdLst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4440498 w 6858000"/>
              <a:gd name="connsiteY4" fmla="*/ 5734742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0" fmla="*/ 6858000 w 6858000"/>
              <a:gd name="connsiteY0" fmla="*/ 0 h 5878098"/>
              <a:gd name="connsiteX1" fmla="*/ 6858000 w 6858000"/>
              <a:gd name="connsiteY1" fmla="*/ 5780582 h 5878098"/>
              <a:gd name="connsiteX2" fmla="*/ 6766523 w 6858000"/>
              <a:gd name="connsiteY2" fmla="*/ 5777266 h 5878098"/>
              <a:gd name="connsiteX3" fmla="*/ 5437222 w 6858000"/>
              <a:gd name="connsiteY3" fmla="*/ 5734742 h 5878098"/>
              <a:gd name="connsiteX4" fmla="*/ 4440498 w 6858000"/>
              <a:gd name="connsiteY4" fmla="*/ 5734742 h 5878098"/>
              <a:gd name="connsiteX5" fmla="*/ 582209 w 6858000"/>
              <a:gd name="connsiteY5" fmla="*/ 4121983 h 5878098"/>
              <a:gd name="connsiteX6" fmla="*/ 73548 w 6858000"/>
              <a:gd name="connsiteY6" fmla="*/ 3184291 h 5878098"/>
              <a:gd name="connsiteX7" fmla="*/ 0 w 6858000"/>
              <a:gd name="connsiteY7" fmla="*/ 2994994 h 5878098"/>
              <a:gd name="connsiteX8" fmla="*/ 0 w 6858000"/>
              <a:gd name="connsiteY8" fmla="*/ 0 h 5878098"/>
              <a:gd name="connsiteX9" fmla="*/ 6858000 w 6858000"/>
              <a:gd name="connsiteY9" fmla="*/ 0 h 5878098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959581 w 6858000"/>
              <a:gd name="connsiteY5" fmla="*/ 4373609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3010841 w 6858000"/>
              <a:gd name="connsiteY3" fmla="*/ 5469518 h 5780582"/>
              <a:gd name="connsiteX4" fmla="*/ 959581 w 6858000"/>
              <a:gd name="connsiteY4" fmla="*/ 4373609 h 5780582"/>
              <a:gd name="connsiteX5" fmla="*/ 0 w 6858000"/>
              <a:gd name="connsiteY5" fmla="*/ 2994994 h 5780582"/>
              <a:gd name="connsiteX6" fmla="*/ 0 w 6858000"/>
              <a:gd name="connsiteY6" fmla="*/ 0 h 5780582"/>
              <a:gd name="connsiteX7" fmla="*/ 6858000 w 6858000"/>
              <a:gd name="connsiteY7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264841 w 6858000"/>
              <a:gd name="connsiteY2" fmla="*/ 5442316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4516"/>
              <a:gd name="connsiteX1" fmla="*/ 6858000 w 6858000"/>
              <a:gd name="connsiteY1" fmla="*/ 5780582 h 5784516"/>
              <a:gd name="connsiteX2" fmla="*/ 3264841 w 6858000"/>
              <a:gd name="connsiteY2" fmla="*/ 5442316 h 5784516"/>
              <a:gd name="connsiteX3" fmla="*/ 959581 w 6858000"/>
              <a:gd name="connsiteY3" fmla="*/ 4373609 h 5784516"/>
              <a:gd name="connsiteX4" fmla="*/ 0 w 6858000"/>
              <a:gd name="connsiteY4" fmla="*/ 2994994 h 5784516"/>
              <a:gd name="connsiteX5" fmla="*/ 0 w 6858000"/>
              <a:gd name="connsiteY5" fmla="*/ 0 h 5784516"/>
              <a:gd name="connsiteX6" fmla="*/ 6858000 w 6858000"/>
              <a:gd name="connsiteY6" fmla="*/ 0 h 578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5784516">
                <a:moveTo>
                  <a:pt x="6858000" y="0"/>
                </a:moveTo>
                <a:lnTo>
                  <a:pt x="6858000" y="5780582"/>
                </a:lnTo>
                <a:cubicBezTo>
                  <a:pt x="4704756" y="5812908"/>
                  <a:pt x="4198884" y="5641214"/>
                  <a:pt x="3264841" y="5442316"/>
                </a:cubicBezTo>
                <a:cubicBezTo>
                  <a:pt x="2330798" y="5243418"/>
                  <a:pt x="1503721" y="4781496"/>
                  <a:pt x="959581" y="4373609"/>
                </a:cubicBezTo>
                <a:cubicBezTo>
                  <a:pt x="415441" y="3965722"/>
                  <a:pt x="198635" y="3573180"/>
                  <a:pt x="0" y="2994994"/>
                </a:cubicBez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D6296-85C3-A6B2-392B-3D79AA70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088" y="178620"/>
            <a:ext cx="3745160" cy="543911"/>
          </a:xfrm>
        </p:spPr>
        <p:txBody>
          <a:bodyPr>
            <a:normAutofit fontScale="90000"/>
          </a:bodyPr>
          <a:lstStyle/>
          <a:p>
            <a:pPr algn="ctr"/>
            <a:r>
              <a:rPr lang="nl-NL" noProof="0" dirty="0"/>
              <a:t>Back end opzetten:</a:t>
            </a:r>
            <a:br>
              <a:rPr lang="nl-NL" noProof="0" dirty="0"/>
            </a:br>
            <a:r>
              <a:rPr lang="nl-NL" noProof="0" dirty="0">
                <a:hlinkClick r:id="rId2"/>
              </a:rPr>
              <a:t>user story</a:t>
            </a:r>
            <a:endParaRPr lang="nl-NL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3190AE-933F-C016-1DCC-0DCFBDA8F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40" y="1487814"/>
            <a:ext cx="4572078" cy="3628167"/>
          </a:xfrm>
          <a:custGeom>
            <a:avLst/>
            <a:gdLst/>
            <a:ahLst/>
            <a:cxnLst/>
            <a:rect l="l" t="t" r="r" b="b"/>
            <a:pathLst>
              <a:path w="2327820" h="1386068">
                <a:moveTo>
                  <a:pt x="0" y="0"/>
                </a:moveTo>
                <a:lnTo>
                  <a:pt x="2327820" y="0"/>
                </a:lnTo>
                <a:lnTo>
                  <a:pt x="2327820" y="1386068"/>
                </a:lnTo>
                <a:lnTo>
                  <a:pt x="0" y="138606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3FA25-4C97-2E69-D06A-44BEBB2E8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541" y="1487814"/>
            <a:ext cx="5583687" cy="3950459"/>
          </a:xfrm>
          <a:custGeom>
            <a:avLst/>
            <a:gdLst/>
            <a:ahLst/>
            <a:cxnLst/>
            <a:rect l="l" t="t" r="r" b="b"/>
            <a:pathLst>
              <a:path w="2327820" h="1386068">
                <a:moveTo>
                  <a:pt x="0" y="0"/>
                </a:moveTo>
                <a:lnTo>
                  <a:pt x="2327820" y="0"/>
                </a:lnTo>
                <a:lnTo>
                  <a:pt x="2327820" y="1386068"/>
                </a:lnTo>
                <a:lnTo>
                  <a:pt x="0" y="1386068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7FEAB7-D0A2-6910-BC95-B5F0B55AE7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40" y="5419024"/>
            <a:ext cx="3552450" cy="949922"/>
          </a:xfrm>
          <a:custGeom>
            <a:avLst/>
            <a:gdLst/>
            <a:ahLst/>
            <a:cxnLst/>
            <a:rect l="l" t="t" r="r" b="b"/>
            <a:pathLst>
              <a:path w="2327820" h="1386067">
                <a:moveTo>
                  <a:pt x="0" y="0"/>
                </a:moveTo>
                <a:lnTo>
                  <a:pt x="2327820" y="0"/>
                </a:lnTo>
                <a:lnTo>
                  <a:pt x="2327820" y="1386067"/>
                </a:lnTo>
                <a:lnTo>
                  <a:pt x="0" y="1386067"/>
                </a:ln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D1B372-33C1-8769-EF37-C9B2E4C34687}"/>
              </a:ext>
            </a:extLst>
          </p:cNvPr>
          <p:cNvSpPr txBox="1"/>
          <p:nvPr/>
        </p:nvSpPr>
        <p:spPr>
          <a:xfrm>
            <a:off x="6477802" y="924025"/>
            <a:ext cx="549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 err="1"/>
              <a:t>ApplicationDbContect</a:t>
            </a:r>
            <a:r>
              <a:rPr lang="nl-NL" noProof="0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DC6A43-04B3-5B15-C9C1-7DFD6FFC07D0}"/>
              </a:ext>
            </a:extLst>
          </p:cNvPr>
          <p:cNvSpPr txBox="1"/>
          <p:nvPr/>
        </p:nvSpPr>
        <p:spPr>
          <a:xfrm>
            <a:off x="1943284" y="1035818"/>
            <a:ext cx="336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 err="1"/>
              <a:t>Table</a:t>
            </a:r>
            <a:r>
              <a:rPr lang="nl-NL" noProof="0" dirty="0"/>
              <a:t> file voorbeeld: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83321-CB6D-6608-9295-69DAE69FD4C6}"/>
              </a:ext>
            </a:extLst>
          </p:cNvPr>
          <p:cNvSpPr txBox="1"/>
          <p:nvPr/>
        </p:nvSpPr>
        <p:spPr>
          <a:xfrm>
            <a:off x="1409884" y="5100347"/>
            <a:ext cx="3368842" cy="33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 err="1"/>
              <a:t>Table</a:t>
            </a:r>
            <a:r>
              <a:rPr lang="nl-NL" noProof="0" dirty="0"/>
              <a:t> file inrichting:</a:t>
            </a:r>
          </a:p>
        </p:txBody>
      </p:sp>
    </p:spTree>
    <p:extLst>
      <p:ext uri="{BB962C8B-B14F-4D97-AF65-F5344CB8AC3E}">
        <p14:creationId xmlns:p14="http://schemas.microsoft.com/office/powerpoint/2010/main" val="3187664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AA115-A05B-97DE-6FBF-FC83C321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0C29A1-775B-480C-811E-D7C93B2C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12DE82-4110-4229-8285-ECA82E14A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62921-7792-FBFF-DE95-1B47D968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1"/>
            <a:ext cx="3409238" cy="1477328"/>
          </a:xfrm>
        </p:spPr>
        <p:txBody>
          <a:bodyPr>
            <a:normAutofit/>
          </a:bodyPr>
          <a:lstStyle/>
          <a:p>
            <a:r>
              <a:rPr lang="nl-NL" noProof="0" dirty="0"/>
              <a:t>Account </a:t>
            </a:r>
            <a:r>
              <a:rPr lang="nl-NL" noProof="0" dirty="0" err="1"/>
              <a:t>sign</a:t>
            </a:r>
            <a:r>
              <a:rPr lang="nl-NL" noProof="0" dirty="0"/>
              <a:t>-up</a:t>
            </a:r>
            <a:br>
              <a:rPr lang="nl-NL" noProof="0" dirty="0"/>
            </a:br>
            <a:r>
              <a:rPr lang="nl-NL" noProof="0" dirty="0">
                <a:hlinkClick r:id="rId2"/>
              </a:rPr>
              <a:t>user story</a:t>
            </a:r>
            <a:endParaRPr lang="nl-NL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1CCA3-AC13-BF07-AE52-6DB7B4BA0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86" r="16916" b="3"/>
          <a:stretch>
            <a:fillRect/>
          </a:stretch>
        </p:blipFill>
        <p:spPr>
          <a:xfrm>
            <a:off x="20" y="2377440"/>
            <a:ext cx="5626080" cy="4480547"/>
          </a:xfrm>
          <a:custGeom>
            <a:avLst/>
            <a:gdLst/>
            <a:ahLst/>
            <a:cxnLst/>
            <a:rect l="l" t="t" r="r" b="b"/>
            <a:pathLst>
              <a:path w="6096000" h="4350654">
                <a:moveTo>
                  <a:pt x="1562954" y="527"/>
                </a:moveTo>
                <a:cubicBezTo>
                  <a:pt x="1661920" y="-296"/>
                  <a:pt x="1764108" y="-209"/>
                  <a:pt x="1869435" y="1176"/>
                </a:cubicBezTo>
                <a:cubicBezTo>
                  <a:pt x="2150307" y="4869"/>
                  <a:pt x="2453503" y="17798"/>
                  <a:pt x="2777467" y="47348"/>
                </a:cubicBezTo>
                <a:cubicBezTo>
                  <a:pt x="3574917" y="106450"/>
                  <a:pt x="5070133" y="-11753"/>
                  <a:pt x="5701446" y="32573"/>
                </a:cubicBezTo>
                <a:cubicBezTo>
                  <a:pt x="5759594" y="37421"/>
                  <a:pt x="5891078" y="40502"/>
                  <a:pt x="6079683" y="42182"/>
                </a:cubicBezTo>
                <a:lnTo>
                  <a:pt x="6096000" y="42290"/>
                </a:lnTo>
                <a:lnTo>
                  <a:pt x="6096000" y="4350654"/>
                </a:lnTo>
                <a:lnTo>
                  <a:pt x="0" y="4350654"/>
                </a:lnTo>
                <a:lnTo>
                  <a:pt x="0" y="18776"/>
                </a:lnTo>
                <a:lnTo>
                  <a:pt x="147225" y="29356"/>
                </a:lnTo>
                <a:cubicBezTo>
                  <a:pt x="491333" y="43121"/>
                  <a:pt x="969157" y="5461"/>
                  <a:pt x="1562954" y="527"/>
                </a:cubicBezTo>
                <a:close/>
              </a:path>
            </a:pathLst>
          </a:cu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38575-9B1D-C2EF-5E2A-01DDD9B059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1" t="-2990" r="13905" b="-1"/>
          <a:stretch>
            <a:fillRect/>
          </a:stretch>
        </p:blipFill>
        <p:spPr>
          <a:xfrm>
            <a:off x="5626101" y="2377440"/>
            <a:ext cx="6565900" cy="4480587"/>
          </a:xfrm>
          <a:custGeom>
            <a:avLst/>
            <a:gdLst/>
            <a:ahLst/>
            <a:cxnLst/>
            <a:rect l="l" t="t" r="r" b="b"/>
            <a:pathLst>
              <a:path w="6096000" h="4350419">
                <a:moveTo>
                  <a:pt x="6096000" y="0"/>
                </a:moveTo>
                <a:lnTo>
                  <a:pt x="6096000" y="4350419"/>
                </a:lnTo>
                <a:lnTo>
                  <a:pt x="0" y="4350419"/>
                </a:lnTo>
                <a:lnTo>
                  <a:pt x="0" y="42055"/>
                </a:lnTo>
                <a:lnTo>
                  <a:pt x="135593" y="42951"/>
                </a:lnTo>
                <a:cubicBezTo>
                  <a:pt x="1366646" y="48664"/>
                  <a:pt x="4319001" y="11938"/>
                  <a:pt x="5996894" y="62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056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991C066-AC4D-4E9D-B3B3-3BCEC4CD8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B37042-5917-483B-8420-94B65970A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226A6-7AD0-F888-4EBA-C52A16162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199"/>
            <a:ext cx="8831988" cy="576000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r>
              <a:rPr lang="nl-NL" spc="-100" noProof="0" dirty="0"/>
              <a:t>Account </a:t>
            </a:r>
            <a:r>
              <a:rPr lang="nl-NL" spc="-100" noProof="0" dirty="0" err="1"/>
              <a:t>sign</a:t>
            </a:r>
            <a:r>
              <a:rPr lang="nl-NL" spc="-100" noProof="0" dirty="0"/>
              <a:t>-up background code:</a:t>
            </a: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13FA3211-8731-425C-9A21-D94837462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" y="2543175"/>
            <a:ext cx="12191090" cy="4314826"/>
          </a:xfrm>
          <a:custGeom>
            <a:avLst/>
            <a:gdLst>
              <a:gd name="connsiteX0" fmla="*/ 2945853 w 12191090"/>
              <a:gd name="connsiteY0" fmla="*/ 0 h 4430825"/>
              <a:gd name="connsiteX1" fmla="*/ 8211918 w 12191090"/>
              <a:gd name="connsiteY1" fmla="*/ 91920 h 4430825"/>
              <a:gd name="connsiteX2" fmla="*/ 8964214 w 12191090"/>
              <a:gd name="connsiteY2" fmla="*/ 105051 h 4430825"/>
              <a:gd name="connsiteX3" fmla="*/ 9716509 w 12191090"/>
              <a:gd name="connsiteY3" fmla="*/ 118183 h 4430825"/>
              <a:gd name="connsiteX4" fmla="*/ 10920181 w 12191090"/>
              <a:gd name="connsiteY4" fmla="*/ 139193 h 4430825"/>
              <a:gd name="connsiteX5" fmla="*/ 12130833 w 12191090"/>
              <a:gd name="connsiteY5" fmla="*/ 97164 h 4430825"/>
              <a:gd name="connsiteX6" fmla="*/ 12191090 w 12191090"/>
              <a:gd name="connsiteY6" fmla="*/ 95072 h 4430825"/>
              <a:gd name="connsiteX7" fmla="*/ 12191090 w 12191090"/>
              <a:gd name="connsiteY7" fmla="*/ 4430825 h 4430825"/>
              <a:gd name="connsiteX8" fmla="*/ 10305 w 12191090"/>
              <a:gd name="connsiteY8" fmla="*/ 4430825 h 4430825"/>
              <a:gd name="connsiteX9" fmla="*/ 0 w 12191090"/>
              <a:gd name="connsiteY9" fmla="*/ 42862 h 4430825"/>
              <a:gd name="connsiteX10" fmla="*/ 105174 w 12191090"/>
              <a:gd name="connsiteY10" fmla="*/ 44699 h 4430825"/>
              <a:gd name="connsiteX11" fmla="*/ 837780 w 12191090"/>
              <a:gd name="connsiteY11" fmla="*/ 57486 h 4430825"/>
              <a:gd name="connsiteX12" fmla="*/ 1439616 w 12191090"/>
              <a:gd name="connsiteY12" fmla="*/ 67992 h 4430825"/>
              <a:gd name="connsiteX13" fmla="*/ 2945853 w 12191090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090" h="4430825">
                <a:moveTo>
                  <a:pt x="2945853" y="0"/>
                </a:moveTo>
                <a:cubicBezTo>
                  <a:pt x="2945853" y="0"/>
                  <a:pt x="2945853" y="0"/>
                  <a:pt x="8211918" y="91920"/>
                </a:cubicBezTo>
                <a:cubicBezTo>
                  <a:pt x="8362379" y="94546"/>
                  <a:pt x="8663297" y="99800"/>
                  <a:pt x="8964214" y="105051"/>
                </a:cubicBezTo>
                <a:cubicBezTo>
                  <a:pt x="9265134" y="110304"/>
                  <a:pt x="9415591" y="112930"/>
                  <a:pt x="9716509" y="118183"/>
                </a:cubicBezTo>
                <a:cubicBezTo>
                  <a:pt x="9716509" y="118183"/>
                  <a:pt x="9716509" y="118183"/>
                  <a:pt x="10920181" y="139193"/>
                </a:cubicBezTo>
                <a:cubicBezTo>
                  <a:pt x="10920181" y="139193"/>
                  <a:pt x="10920181" y="139193"/>
                  <a:pt x="12130833" y="97164"/>
                </a:cubicBezTo>
                <a:lnTo>
                  <a:pt x="12191090" y="95072"/>
                </a:lnTo>
                <a:lnTo>
                  <a:pt x="12191090" y="4430825"/>
                </a:lnTo>
                <a:lnTo>
                  <a:pt x="10305" y="4430825"/>
                </a:lnTo>
                <a:lnTo>
                  <a:pt x="0" y="42862"/>
                </a:lnTo>
                <a:lnTo>
                  <a:pt x="105174" y="44699"/>
                </a:lnTo>
                <a:cubicBezTo>
                  <a:pt x="365244" y="49238"/>
                  <a:pt x="612091" y="53547"/>
                  <a:pt x="837780" y="57486"/>
                </a:cubicBezTo>
                <a:cubicBezTo>
                  <a:pt x="837780" y="57486"/>
                  <a:pt x="837780" y="57486"/>
                  <a:pt x="1439616" y="67992"/>
                </a:cubicBezTo>
                <a:cubicBezTo>
                  <a:pt x="1439616" y="67992"/>
                  <a:pt x="1439616" y="67992"/>
                  <a:pt x="29458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E3F2538-5DE6-889E-9E87-7AA3D1C82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05" y="2832100"/>
            <a:ext cx="4952661" cy="3305901"/>
          </a:xfrm>
          <a:custGeom>
            <a:avLst/>
            <a:gdLst/>
            <a:ahLst/>
            <a:cxnLst/>
            <a:rect l="l" t="t" r="r" b="b"/>
            <a:pathLst>
              <a:path w="5184162" h="3501162">
                <a:moveTo>
                  <a:pt x="0" y="0"/>
                </a:moveTo>
                <a:lnTo>
                  <a:pt x="5184162" y="0"/>
                </a:lnTo>
                <a:lnTo>
                  <a:pt x="5184162" y="3501162"/>
                </a:lnTo>
                <a:lnTo>
                  <a:pt x="0" y="3501162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48DF0F-BD4D-E3AA-E449-CEBF164C4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836" y="2832100"/>
            <a:ext cx="5632489" cy="3092946"/>
          </a:xfrm>
          <a:custGeom>
            <a:avLst/>
            <a:gdLst/>
            <a:ahLst/>
            <a:cxnLst/>
            <a:rect l="l" t="t" r="r" b="b"/>
            <a:pathLst>
              <a:path w="5184163" h="3501162">
                <a:moveTo>
                  <a:pt x="0" y="0"/>
                </a:moveTo>
                <a:lnTo>
                  <a:pt x="5184163" y="0"/>
                </a:lnTo>
                <a:lnTo>
                  <a:pt x="5184163" y="3501162"/>
                </a:lnTo>
                <a:lnTo>
                  <a:pt x="0" y="3501162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253D1B-E69B-5C7A-2456-658F300E17D8}"/>
              </a:ext>
            </a:extLst>
          </p:cNvPr>
          <p:cNvSpPr txBox="1"/>
          <p:nvPr/>
        </p:nvSpPr>
        <p:spPr>
          <a:xfrm>
            <a:off x="523005" y="2044700"/>
            <a:ext cx="49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Opzetten van input model: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BCEBF-3324-6BA4-FA8A-25D89756BCA7}"/>
              </a:ext>
            </a:extLst>
          </p:cNvPr>
          <p:cNvSpPr txBox="1"/>
          <p:nvPr/>
        </p:nvSpPr>
        <p:spPr>
          <a:xfrm>
            <a:off x="6150161" y="2133640"/>
            <a:ext cx="49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Aanmaken van account met inputdata:</a:t>
            </a:r>
          </a:p>
        </p:txBody>
      </p:sp>
    </p:spTree>
    <p:extLst>
      <p:ext uri="{BB962C8B-B14F-4D97-AF65-F5344CB8AC3E}">
        <p14:creationId xmlns:p14="http://schemas.microsoft.com/office/powerpoint/2010/main" val="316242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2893E-BAF2-0CAC-6E38-D0FD8637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7CEA0FD-D2CC-4855-B1FA-4C5B659BB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AA15C4-2282-4C62-BADE-41D57265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380A7-8AB0-AF49-6766-A9E6BF9E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27" y="696569"/>
            <a:ext cx="9492866" cy="956656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pPr algn="ctr"/>
            <a:r>
              <a:rPr lang="nl-NL" spc="-100" noProof="0" dirty="0"/>
              <a:t>Account login</a:t>
            </a:r>
            <a:br>
              <a:rPr lang="nl-NL" spc="-100" noProof="0" dirty="0"/>
            </a:br>
            <a:r>
              <a:rPr lang="nl-NL" spc="-100" noProof="0" dirty="0">
                <a:hlinkClick r:id="rId2"/>
              </a:rPr>
              <a:t>userstory</a:t>
            </a:r>
            <a:endParaRPr lang="nl-NL" spc="-100" noProof="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F3AECA-1E28-4DB0-901D-747B82759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F137E6B0-A1AA-47FF-AAB8-9E5D6B701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F72FB821-5AF0-4EA1-B84B-D5E12D833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DFE0F740-8A45-42B9-BEF6-A75329504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14C51D-3B74-4CCB-82B8-A184460F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5210" y="268794"/>
            <a:ext cx="632305" cy="1606552"/>
            <a:chOff x="10224385" y="954724"/>
            <a:chExt cx="1324087" cy="3364228"/>
          </a:xfrm>
        </p:grpSpPr>
        <p:sp>
          <p:nvSpPr>
            <p:cNvPr id="24" name="Freeform 80">
              <a:extLst>
                <a:ext uri="{FF2B5EF4-FFF2-40B4-BE49-F238E27FC236}">
                  <a16:creationId xmlns:a16="http://schemas.microsoft.com/office/drawing/2014/main" id="{66CD91DA-BDB8-476E-8111-2918188D6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5" name="Freeform 84">
              <a:extLst>
                <a:ext uri="{FF2B5EF4-FFF2-40B4-BE49-F238E27FC236}">
                  <a16:creationId xmlns:a16="http://schemas.microsoft.com/office/drawing/2014/main" id="{576CF7BA-63E8-47BF-AB8E-E9134BE8E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26" name="Freeform 87">
              <a:extLst>
                <a:ext uri="{FF2B5EF4-FFF2-40B4-BE49-F238E27FC236}">
                  <a16:creationId xmlns:a16="http://schemas.microsoft.com/office/drawing/2014/main" id="{C0C95E2B-D068-4E18-85DE-266A42E6C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noProof="0" dirty="0">
                <a:solidFill>
                  <a:schemeClr val="accent3"/>
                </a:solidFill>
              </a:endParaRPr>
            </a:p>
          </p:txBody>
        </p:sp>
      </p:grp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613F3963-915E-4812-8B39-BE6EA7CC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4524375" y="-809624"/>
            <a:ext cx="3143251" cy="12192001"/>
          </a:xfrm>
          <a:custGeom>
            <a:avLst/>
            <a:gdLst>
              <a:gd name="connsiteX0" fmla="*/ 508 w 2932134"/>
              <a:gd name="connsiteY0" fmla="*/ 4431100 h 12192000"/>
              <a:gd name="connsiteX1" fmla="*/ 137030 w 2932134"/>
              <a:gd name="connsiteY1" fmla="*/ 177371 h 12192000"/>
              <a:gd name="connsiteX2" fmla="*/ 145443 w 2932134"/>
              <a:gd name="connsiteY2" fmla="*/ 0 h 12192000"/>
              <a:gd name="connsiteX3" fmla="*/ 2932134 w 2932134"/>
              <a:gd name="connsiteY3" fmla="*/ 0 h 12192000"/>
              <a:gd name="connsiteX4" fmla="*/ 2932133 w 2932134"/>
              <a:gd name="connsiteY4" fmla="*/ 12192000 h 12192000"/>
              <a:gd name="connsiteX5" fmla="*/ 172151 w 2932134"/>
              <a:gd name="connsiteY5" fmla="*/ 12192000 h 12192000"/>
              <a:gd name="connsiteX6" fmla="*/ 169761 w 2932134"/>
              <a:gd name="connsiteY6" fmla="*/ 12180928 h 12192000"/>
              <a:gd name="connsiteX7" fmla="*/ 169761 w 2932134"/>
              <a:gd name="connsiteY7" fmla="*/ 7234593 h 12192000"/>
              <a:gd name="connsiteX8" fmla="*/ 508 w 2932134"/>
              <a:gd name="connsiteY8" fmla="*/ 44311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2134" h="12192000">
                <a:moveTo>
                  <a:pt x="508" y="4431100"/>
                </a:moveTo>
                <a:cubicBezTo>
                  <a:pt x="-7698" y="2846728"/>
                  <a:pt x="85554" y="1238574"/>
                  <a:pt x="137030" y="177371"/>
                </a:cubicBezTo>
                <a:lnTo>
                  <a:pt x="145443" y="0"/>
                </a:lnTo>
                <a:lnTo>
                  <a:pt x="2932134" y="0"/>
                </a:lnTo>
                <a:lnTo>
                  <a:pt x="2932133" y="12192000"/>
                </a:lnTo>
                <a:lnTo>
                  <a:pt x="172151" y="12192000"/>
                </a:lnTo>
                <a:lnTo>
                  <a:pt x="169761" y="12180928"/>
                </a:lnTo>
                <a:cubicBezTo>
                  <a:pt x="169761" y="11800439"/>
                  <a:pt x="169761" y="10278492"/>
                  <a:pt x="169761" y="7234593"/>
                </a:cubicBezTo>
                <a:cubicBezTo>
                  <a:pt x="50398" y="6402277"/>
                  <a:pt x="5637" y="5421334"/>
                  <a:pt x="508" y="443110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5B2ED-7ECC-9CB7-10F7-2E0844448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26" b="1"/>
          <a:stretch>
            <a:fillRect/>
          </a:stretch>
        </p:blipFill>
        <p:spPr>
          <a:xfrm>
            <a:off x="20" y="2124078"/>
            <a:ext cx="6095980" cy="3995722"/>
          </a:xfrm>
          <a:custGeom>
            <a:avLst/>
            <a:gdLst/>
            <a:ahLst/>
            <a:cxnLst/>
            <a:rect l="l" t="t" r="r" b="b"/>
            <a:pathLst>
              <a:path w="6096000" h="3995722">
                <a:moveTo>
                  <a:pt x="4189346" y="67"/>
                </a:moveTo>
                <a:cubicBezTo>
                  <a:pt x="4643147" y="-473"/>
                  <a:pt x="5171226" y="2329"/>
                  <a:pt x="5733892" y="7237"/>
                </a:cubicBezTo>
                <a:lnTo>
                  <a:pt x="6096000" y="10756"/>
                </a:lnTo>
                <a:lnTo>
                  <a:pt x="6096000" y="3995722"/>
                </a:lnTo>
                <a:lnTo>
                  <a:pt x="5973301" y="3993885"/>
                </a:lnTo>
                <a:cubicBezTo>
                  <a:pt x="5528708" y="3987229"/>
                  <a:pt x="4882026" y="3977548"/>
                  <a:pt x="3941397" y="3963467"/>
                </a:cubicBezTo>
                <a:cubicBezTo>
                  <a:pt x="3941397" y="3963467"/>
                  <a:pt x="3941397" y="3963467"/>
                  <a:pt x="1332721" y="3963467"/>
                </a:cubicBezTo>
                <a:cubicBezTo>
                  <a:pt x="1232387" y="3963467"/>
                  <a:pt x="831053" y="3963467"/>
                  <a:pt x="329384" y="3963467"/>
                </a:cubicBezTo>
                <a:lnTo>
                  <a:pt x="0" y="3969926"/>
                </a:lnTo>
                <a:lnTo>
                  <a:pt x="0" y="40691"/>
                </a:lnTo>
                <a:lnTo>
                  <a:pt x="20858" y="40713"/>
                </a:lnTo>
                <a:cubicBezTo>
                  <a:pt x="1271033" y="41633"/>
                  <a:pt x="2406326" y="39179"/>
                  <a:pt x="2925316" y="19546"/>
                </a:cubicBezTo>
                <a:cubicBezTo>
                  <a:pt x="3184813" y="6458"/>
                  <a:pt x="3630821" y="732"/>
                  <a:pt x="4189346" y="67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170E4-B5EA-9421-1B33-ECFE1DDAC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4" r="29282" b="-1"/>
          <a:stretch>
            <a:fillRect/>
          </a:stretch>
        </p:blipFill>
        <p:spPr>
          <a:xfrm>
            <a:off x="6096000" y="2134836"/>
            <a:ext cx="6096000" cy="3997771"/>
          </a:xfrm>
          <a:custGeom>
            <a:avLst/>
            <a:gdLst/>
            <a:ahLst/>
            <a:cxnLst/>
            <a:rect l="l" t="t" r="r" b="b"/>
            <a:pathLst>
              <a:path w="6096000" h="3997771">
                <a:moveTo>
                  <a:pt x="0" y="0"/>
                </a:moveTo>
                <a:lnTo>
                  <a:pt x="210618" y="2047"/>
                </a:lnTo>
                <a:cubicBezTo>
                  <a:pt x="2535878" y="26753"/>
                  <a:pt x="5202862" y="78595"/>
                  <a:pt x="5671395" y="78595"/>
                </a:cubicBezTo>
                <a:cubicBezTo>
                  <a:pt x="5770707" y="78595"/>
                  <a:pt x="5857607" y="78595"/>
                  <a:pt x="5933645" y="78595"/>
                </a:cubicBezTo>
                <a:lnTo>
                  <a:pt x="6096000" y="78595"/>
                </a:lnTo>
                <a:lnTo>
                  <a:pt x="6096000" y="3975098"/>
                </a:lnTo>
                <a:lnTo>
                  <a:pt x="6095997" y="3975098"/>
                </a:lnTo>
                <a:lnTo>
                  <a:pt x="6095997" y="3963663"/>
                </a:lnTo>
                <a:lnTo>
                  <a:pt x="6088243" y="3963714"/>
                </a:lnTo>
                <a:cubicBezTo>
                  <a:pt x="5074126" y="3970314"/>
                  <a:pt x="3451540" y="3980874"/>
                  <a:pt x="855408" y="3997771"/>
                </a:cubicBezTo>
                <a:cubicBezTo>
                  <a:pt x="855408" y="3997771"/>
                  <a:pt x="855408" y="3997771"/>
                  <a:pt x="4709" y="3985036"/>
                </a:cubicBezTo>
                <a:lnTo>
                  <a:pt x="0" y="398496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3570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7B83CC-F90F-4ACC-B257-099F782DF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ADDBF-AAAB-47D2-ABFB-04A8B13D1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2797596E-1C85-4502-A66F-5628E719D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342615" y="342615"/>
            <a:ext cx="6858000" cy="6172768"/>
          </a:xfrm>
          <a:custGeom>
            <a:avLst/>
            <a:gdLst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4440498 w 6858000"/>
              <a:gd name="connsiteY4" fmla="*/ 5734742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0" fmla="*/ 6858000 w 6858000"/>
              <a:gd name="connsiteY0" fmla="*/ 0 h 5878098"/>
              <a:gd name="connsiteX1" fmla="*/ 6858000 w 6858000"/>
              <a:gd name="connsiteY1" fmla="*/ 5780582 h 5878098"/>
              <a:gd name="connsiteX2" fmla="*/ 6766523 w 6858000"/>
              <a:gd name="connsiteY2" fmla="*/ 5777266 h 5878098"/>
              <a:gd name="connsiteX3" fmla="*/ 5437222 w 6858000"/>
              <a:gd name="connsiteY3" fmla="*/ 5734742 h 5878098"/>
              <a:gd name="connsiteX4" fmla="*/ 4440498 w 6858000"/>
              <a:gd name="connsiteY4" fmla="*/ 5734742 h 5878098"/>
              <a:gd name="connsiteX5" fmla="*/ 582209 w 6858000"/>
              <a:gd name="connsiteY5" fmla="*/ 4121983 h 5878098"/>
              <a:gd name="connsiteX6" fmla="*/ 73548 w 6858000"/>
              <a:gd name="connsiteY6" fmla="*/ 3184291 h 5878098"/>
              <a:gd name="connsiteX7" fmla="*/ 0 w 6858000"/>
              <a:gd name="connsiteY7" fmla="*/ 2994994 h 5878098"/>
              <a:gd name="connsiteX8" fmla="*/ 0 w 6858000"/>
              <a:gd name="connsiteY8" fmla="*/ 0 h 5878098"/>
              <a:gd name="connsiteX9" fmla="*/ 6858000 w 6858000"/>
              <a:gd name="connsiteY9" fmla="*/ 0 h 5878098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959581 w 6858000"/>
              <a:gd name="connsiteY5" fmla="*/ 4373609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3010841 w 6858000"/>
              <a:gd name="connsiteY3" fmla="*/ 5469518 h 5780582"/>
              <a:gd name="connsiteX4" fmla="*/ 959581 w 6858000"/>
              <a:gd name="connsiteY4" fmla="*/ 4373609 h 5780582"/>
              <a:gd name="connsiteX5" fmla="*/ 0 w 6858000"/>
              <a:gd name="connsiteY5" fmla="*/ 2994994 h 5780582"/>
              <a:gd name="connsiteX6" fmla="*/ 0 w 6858000"/>
              <a:gd name="connsiteY6" fmla="*/ 0 h 5780582"/>
              <a:gd name="connsiteX7" fmla="*/ 6858000 w 6858000"/>
              <a:gd name="connsiteY7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264841 w 6858000"/>
              <a:gd name="connsiteY2" fmla="*/ 5442316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4516"/>
              <a:gd name="connsiteX1" fmla="*/ 6858000 w 6858000"/>
              <a:gd name="connsiteY1" fmla="*/ 5780582 h 5784516"/>
              <a:gd name="connsiteX2" fmla="*/ 3264841 w 6858000"/>
              <a:gd name="connsiteY2" fmla="*/ 5442316 h 5784516"/>
              <a:gd name="connsiteX3" fmla="*/ 959581 w 6858000"/>
              <a:gd name="connsiteY3" fmla="*/ 4373609 h 5784516"/>
              <a:gd name="connsiteX4" fmla="*/ 0 w 6858000"/>
              <a:gd name="connsiteY4" fmla="*/ 2994994 h 5784516"/>
              <a:gd name="connsiteX5" fmla="*/ 0 w 6858000"/>
              <a:gd name="connsiteY5" fmla="*/ 0 h 5784516"/>
              <a:gd name="connsiteX6" fmla="*/ 6858000 w 6858000"/>
              <a:gd name="connsiteY6" fmla="*/ 0 h 578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5784516">
                <a:moveTo>
                  <a:pt x="6858000" y="0"/>
                </a:moveTo>
                <a:lnTo>
                  <a:pt x="6858000" y="5780582"/>
                </a:lnTo>
                <a:cubicBezTo>
                  <a:pt x="4704756" y="5812908"/>
                  <a:pt x="4198884" y="5641214"/>
                  <a:pt x="3264841" y="5442316"/>
                </a:cubicBezTo>
                <a:cubicBezTo>
                  <a:pt x="2330798" y="5243418"/>
                  <a:pt x="1503721" y="4781496"/>
                  <a:pt x="959581" y="4373609"/>
                </a:cubicBezTo>
                <a:cubicBezTo>
                  <a:pt x="415441" y="3965722"/>
                  <a:pt x="198635" y="3573180"/>
                  <a:pt x="0" y="2994994"/>
                </a:cubicBez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752A7-341C-FB65-6897-A8B40DA3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1"/>
            <a:ext cx="5015638" cy="1476000"/>
          </a:xfrm>
        </p:spPr>
        <p:txBody>
          <a:bodyPr>
            <a:normAutofit/>
          </a:bodyPr>
          <a:lstStyle/>
          <a:p>
            <a:pPr algn="ctr"/>
            <a:r>
              <a:rPr lang="nl-NL" noProof="0" dirty="0" err="1"/>
              <a:t>Admin</a:t>
            </a:r>
            <a:r>
              <a:rPr lang="nl-NL" noProof="0" dirty="0"/>
              <a:t> versie van de site</a:t>
            </a:r>
            <a:br>
              <a:rPr lang="nl-NL" noProof="0" dirty="0"/>
            </a:br>
            <a:r>
              <a:rPr lang="nl-NL" noProof="0" dirty="0">
                <a:hlinkClick r:id="rId2"/>
              </a:rPr>
              <a:t>userstory</a:t>
            </a:r>
            <a:endParaRPr lang="nl-NL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6DA907-EE5F-743D-C687-9667B9E25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049" y="2271797"/>
            <a:ext cx="5367276" cy="1476000"/>
          </a:xfrm>
          <a:custGeom>
            <a:avLst/>
            <a:gdLst/>
            <a:ahLst/>
            <a:cxnLst/>
            <a:rect l="l" t="t" r="r" b="b"/>
            <a:pathLst>
              <a:path w="2327820" h="1386068">
                <a:moveTo>
                  <a:pt x="0" y="0"/>
                </a:moveTo>
                <a:lnTo>
                  <a:pt x="2327820" y="0"/>
                </a:lnTo>
                <a:lnTo>
                  <a:pt x="2327820" y="1386068"/>
                </a:lnTo>
                <a:lnTo>
                  <a:pt x="0" y="1386068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971D08-9DAB-53FB-B23E-88BF6F10C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85" y="2262600"/>
            <a:ext cx="5466670" cy="1476000"/>
          </a:xfrm>
          <a:custGeom>
            <a:avLst/>
            <a:gdLst/>
            <a:ahLst/>
            <a:cxnLst/>
            <a:rect l="l" t="t" r="r" b="b"/>
            <a:pathLst>
              <a:path w="2327820" h="1386068">
                <a:moveTo>
                  <a:pt x="0" y="0"/>
                </a:moveTo>
                <a:lnTo>
                  <a:pt x="2327820" y="0"/>
                </a:lnTo>
                <a:lnTo>
                  <a:pt x="2327820" y="1386068"/>
                </a:lnTo>
                <a:lnTo>
                  <a:pt x="0" y="138606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2970D1-A4A2-7105-4589-0C8BD79E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515752"/>
            <a:ext cx="2327820" cy="368962"/>
          </a:xfrm>
          <a:custGeom>
            <a:avLst/>
            <a:gdLst/>
            <a:ahLst/>
            <a:cxnLst/>
            <a:rect l="l" t="t" r="r" b="b"/>
            <a:pathLst>
              <a:path w="2327820" h="1386067">
                <a:moveTo>
                  <a:pt x="0" y="0"/>
                </a:moveTo>
                <a:lnTo>
                  <a:pt x="2327820" y="0"/>
                </a:lnTo>
                <a:lnTo>
                  <a:pt x="2327820" y="1386067"/>
                </a:lnTo>
                <a:lnTo>
                  <a:pt x="0" y="1386067"/>
                </a:lnTo>
                <a:close/>
              </a:path>
            </a:pathLst>
          </a:cu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3C08C3-BFD8-8E79-F5E1-969565393F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1" y="4542468"/>
            <a:ext cx="2327820" cy="364127"/>
          </a:xfrm>
          <a:custGeom>
            <a:avLst/>
            <a:gdLst/>
            <a:ahLst/>
            <a:cxnLst/>
            <a:rect l="l" t="t" r="r" b="b"/>
            <a:pathLst>
              <a:path w="2327820" h="1386067">
                <a:moveTo>
                  <a:pt x="0" y="0"/>
                </a:moveTo>
                <a:lnTo>
                  <a:pt x="2327820" y="0"/>
                </a:lnTo>
                <a:lnTo>
                  <a:pt x="2327820" y="1386067"/>
                </a:lnTo>
                <a:lnTo>
                  <a:pt x="0" y="1386067"/>
                </a:ln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59D3A7-263F-9E98-C939-35B16DD03AFC}"/>
              </a:ext>
            </a:extLst>
          </p:cNvPr>
          <p:cNvSpPr txBox="1"/>
          <p:nvPr/>
        </p:nvSpPr>
        <p:spPr>
          <a:xfrm>
            <a:off x="314485" y="4173135"/>
            <a:ext cx="306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Voor normale gebruikers: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AA1CC-8F75-E682-972E-8230228B0832}"/>
              </a:ext>
            </a:extLst>
          </p:cNvPr>
          <p:cNvSpPr txBox="1"/>
          <p:nvPr/>
        </p:nvSpPr>
        <p:spPr>
          <a:xfrm>
            <a:off x="416085" y="5112935"/>
            <a:ext cx="306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Voor </a:t>
            </a:r>
            <a:r>
              <a:rPr lang="nl-NL" noProof="0" dirty="0" err="1"/>
              <a:t>admins</a:t>
            </a:r>
            <a:r>
              <a:rPr lang="nl-NL" noProof="0" dirty="0"/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B55547-40BB-3AC5-B8A9-57E95C9CDBF3}"/>
              </a:ext>
            </a:extLst>
          </p:cNvPr>
          <p:cNvSpPr txBox="1"/>
          <p:nvPr/>
        </p:nvSpPr>
        <p:spPr>
          <a:xfrm>
            <a:off x="1432908" y="1871594"/>
            <a:ext cx="3589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Hoe connectie gemaakt wordt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39DA8-ACC2-C3C9-2188-858E91A67628}"/>
              </a:ext>
            </a:extLst>
          </p:cNvPr>
          <p:cNvSpPr txBox="1"/>
          <p:nvPr/>
        </p:nvSpPr>
        <p:spPr>
          <a:xfrm>
            <a:off x="6868610" y="1881759"/>
            <a:ext cx="452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/>
              <a:t>Hoe gecheckt word of je </a:t>
            </a:r>
            <a:r>
              <a:rPr lang="nl-NL" noProof="0" dirty="0" err="1"/>
              <a:t>admin</a:t>
            </a:r>
            <a:r>
              <a:rPr lang="nl-NL" noProof="0" dirty="0"/>
              <a:t> een bent</a:t>
            </a:r>
          </a:p>
        </p:txBody>
      </p:sp>
    </p:spTree>
    <p:extLst>
      <p:ext uri="{BB962C8B-B14F-4D97-AF65-F5344CB8AC3E}">
        <p14:creationId xmlns:p14="http://schemas.microsoft.com/office/powerpoint/2010/main" val="3798509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D340-2F8B-53F0-C8C4-3A03CCAF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8819-461D-65B1-F3E0-8CACF8BB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Wat ga ik volgende sprint doen?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0240-8A93-96ED-098E-6A7C95455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4078656"/>
          </a:xfrm>
        </p:spPr>
        <p:txBody>
          <a:bodyPr>
            <a:normAutofit/>
          </a:bodyPr>
          <a:lstStyle/>
          <a:p>
            <a:r>
              <a:rPr lang="nl-NL" noProof="0" dirty="0" err="1"/>
              <a:t>Sign</a:t>
            </a:r>
            <a:r>
              <a:rPr lang="nl-NL" dirty="0"/>
              <a:t>-up aanpassen</a:t>
            </a:r>
            <a:r>
              <a:rPr lang="nl-NL" noProof="0" dirty="0"/>
              <a:t>:</a:t>
            </a:r>
          </a:p>
          <a:p>
            <a:pPr lvl="1"/>
            <a:r>
              <a:rPr lang="nl-NL" noProof="0" dirty="0" err="1"/>
              <a:t>Sign</a:t>
            </a:r>
            <a:r>
              <a:rPr lang="nl-NL" noProof="0" dirty="0"/>
              <a:t>-up aanpassen van de basis template</a:t>
            </a:r>
          </a:p>
          <a:p>
            <a:r>
              <a:rPr lang="nl-NL" noProof="0" dirty="0"/>
              <a:t>User data halen uit de database:</a:t>
            </a:r>
          </a:p>
          <a:p>
            <a:pPr lvl="1"/>
            <a:r>
              <a:rPr lang="nl-NL" noProof="0" dirty="0"/>
              <a:t>Ervoor zorgen dat ik user data kan laten zien op de site</a:t>
            </a:r>
          </a:p>
          <a:p>
            <a:r>
              <a:rPr lang="nl-NL" dirty="0"/>
              <a:t>Automatische rol </a:t>
            </a:r>
            <a:r>
              <a:rPr lang="nl-NL" dirty="0" err="1"/>
              <a:t>aanmaker</a:t>
            </a:r>
            <a:r>
              <a:rPr lang="nl-NL" noProof="0" dirty="0"/>
              <a:t>:</a:t>
            </a:r>
          </a:p>
          <a:p>
            <a:pPr lvl="1"/>
            <a:r>
              <a:rPr lang="nl-NL" noProof="0" dirty="0"/>
              <a:t>Ervoor zorgen dat rollen automatisch worden aangemaakt met het maken van een account.</a:t>
            </a:r>
          </a:p>
        </p:txBody>
      </p:sp>
    </p:spTree>
    <p:extLst>
      <p:ext uri="{BB962C8B-B14F-4D97-AF65-F5344CB8AC3E}">
        <p14:creationId xmlns:p14="http://schemas.microsoft.com/office/powerpoint/2010/main" val="1462320953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324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Rockwell Nova Light</vt:lpstr>
      <vt:lpstr>The Hand Extrablack</vt:lpstr>
      <vt:lpstr>BlobVTI</vt:lpstr>
      <vt:lpstr>Sprint reviews project smarties</vt:lpstr>
      <vt:lpstr>Sprint 1:  Wat is gedaan deze sprint?</vt:lpstr>
      <vt:lpstr>Planning:</vt:lpstr>
      <vt:lpstr>Sprint 1:  user story: Figma design link naar Figma design</vt:lpstr>
      <vt:lpstr>Het maken van een ERD:</vt:lpstr>
      <vt:lpstr>Wat ga ik volgende sprint doen?</vt:lpstr>
      <vt:lpstr>Sprint 2:  wat is er deze sprint gedaan?</vt:lpstr>
      <vt:lpstr>Site aanmaken: userstory</vt:lpstr>
      <vt:lpstr>Back end opzetten: user story</vt:lpstr>
      <vt:lpstr>Account sign-up user story</vt:lpstr>
      <vt:lpstr>Account sign-up background code:</vt:lpstr>
      <vt:lpstr>Account login userstory</vt:lpstr>
      <vt:lpstr>Admin versie van de site userstory</vt:lpstr>
      <vt:lpstr>Wat ga ik volgende sprint doen?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Niek Middel</cp:lastModifiedBy>
  <cp:revision>4</cp:revision>
  <dcterms:created xsi:type="dcterms:W3CDTF">2026-03-02T10:29:06Z</dcterms:created>
  <dcterms:modified xsi:type="dcterms:W3CDTF">2026-03-10T12:34:20Z</dcterms:modified>
</cp:coreProperties>
</file>