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6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7" r:id="rId13"/>
    <p:sldId id="266" r:id="rId14"/>
    <p:sldId id="270" r:id="rId15"/>
    <p:sldId id="271" r:id="rId16"/>
    <p:sldId id="272" r:id="rId17"/>
    <p:sldId id="275" r:id="rId18"/>
    <p:sldId id="276" r:id="rId19"/>
    <p:sldId id="274" r:id="rId20"/>
    <p:sldId id="277" r:id="rId21"/>
    <p:sldId id="273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D7DED1-5BAB-682F-6827-2D3EA92B96CB}" v="365" dt="2026-03-02T10:47:57.539"/>
    <p1510:client id="{70A6B245-2C89-EBC9-6696-1C62E308EBBF}" v="114" dt="2026-03-02T10:56:57.1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4" d="100"/>
          <a:sy n="104" d="100"/>
        </p:scale>
        <p:origin x="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ek Middel" userId="S::170564@student.talland.nl::9055e094-023c-4121-af77-f1411132f956" providerId="AD" clId="Web-{70A6B245-2C89-EBC9-6696-1C62E308EBBF}"/>
    <pc:docChg chg="addSld modSld">
      <pc:chgData name="Niek Middel" userId="S::170564@student.talland.nl::9055e094-023c-4121-af77-f1411132f956" providerId="AD" clId="Web-{70A6B245-2C89-EBC9-6696-1C62E308EBBF}" dt="2026-03-02T10:56:57.174" v="96"/>
      <pc:docMkLst>
        <pc:docMk/>
      </pc:docMkLst>
      <pc:sldChg chg="modSp">
        <pc:chgData name="Niek Middel" userId="S::170564@student.talland.nl::9055e094-023c-4121-af77-f1411132f956" providerId="AD" clId="Web-{70A6B245-2C89-EBC9-6696-1C62E308EBBF}" dt="2026-03-02T10:48:59.242" v="20" actId="20577"/>
        <pc:sldMkLst>
          <pc:docMk/>
          <pc:sldMk cId="2159444441" sldId="258"/>
        </pc:sldMkLst>
        <pc:spChg chg="mod">
          <ac:chgData name="Niek Middel" userId="S::170564@student.talland.nl::9055e094-023c-4121-af77-f1411132f956" providerId="AD" clId="Web-{70A6B245-2C89-EBC9-6696-1C62E308EBBF}" dt="2026-03-02T10:48:46.445" v="16" actId="20577"/>
          <ac:spMkLst>
            <pc:docMk/>
            <pc:sldMk cId="2159444441" sldId="258"/>
            <ac:spMk id="2" creationId="{3E20D1ED-2931-08C6-0B03-57D782E097F7}"/>
          </ac:spMkLst>
        </pc:spChg>
        <pc:spChg chg="mod">
          <ac:chgData name="Niek Middel" userId="S::170564@student.talland.nl::9055e094-023c-4121-af77-f1411132f956" providerId="AD" clId="Web-{70A6B245-2C89-EBC9-6696-1C62E308EBBF}" dt="2026-03-02T10:48:59.242" v="20" actId="20577"/>
          <ac:spMkLst>
            <pc:docMk/>
            <pc:sldMk cId="2159444441" sldId="258"/>
            <ac:spMk id="3" creationId="{A9709F20-3263-A7B4-CEE0-22111DF1FBAA}"/>
          </ac:spMkLst>
        </pc:spChg>
      </pc:sldChg>
      <pc:sldChg chg="addSp delSp modSp new mod modTransition setBg addAnim delAnim modAnim">
        <pc:chgData name="Niek Middel" userId="S::170564@student.talland.nl::9055e094-023c-4121-af77-f1411132f956" providerId="AD" clId="Web-{70A6B245-2C89-EBC9-6696-1C62E308EBBF}" dt="2026-03-02T10:56:57.174" v="96"/>
        <pc:sldMkLst>
          <pc:docMk/>
          <pc:sldMk cId="880153011" sldId="259"/>
        </pc:sldMkLst>
        <pc:spChg chg="mod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2" creationId="{D11B3F5B-F8D3-5C15-587B-5FECA783AE52}"/>
          </ac:spMkLst>
        </pc:spChg>
        <pc:spChg chg="del">
          <ac:chgData name="Niek Middel" userId="S::170564@student.talland.nl::9055e094-023c-4121-af77-f1411132f956" providerId="AD" clId="Web-{70A6B245-2C89-EBC9-6696-1C62E308EBBF}" dt="2026-03-02T10:50:37.917" v="25"/>
          <ac:spMkLst>
            <pc:docMk/>
            <pc:sldMk cId="880153011" sldId="259"/>
            <ac:spMk id="3" creationId="{B6341F8E-EB37-577F-EEB6-B680D48C9E7B}"/>
          </ac:spMkLst>
        </pc:spChg>
        <pc:spChg chg="add mod">
          <ac:chgData name="Niek Middel" userId="S::170564@student.talland.nl::9055e094-023c-4121-af77-f1411132f956" providerId="AD" clId="Web-{70A6B245-2C89-EBC9-6696-1C62E308EBBF}" dt="2026-03-02T10:56:08.377" v="90" actId="1076"/>
          <ac:spMkLst>
            <pc:docMk/>
            <pc:sldMk cId="880153011" sldId="259"/>
            <ac:spMk id="7" creationId="{53C35456-8C67-21E3-64B3-3DB0B50E0C6D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1" creationId="{09646535-AEF6-4883-A4F9-EEC1F8B4319E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3" creationId="{16A965BF-6EBA-451C-9F67-78DB144347B8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5" creationId="{47E27FD1-C42C-4144-BDB4-B26C897EAD22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27" creationId="{61DBDC3E-EFBF-429B-957B-6C76FFB44963}"/>
          </ac:spMkLst>
        </pc:spChg>
        <pc:grpChg chg="add del">
          <ac:chgData name="Niek Middel" userId="S::170564@student.talland.nl::9055e094-023c-4121-af77-f1411132f956" providerId="AD" clId="Web-{70A6B245-2C89-EBC9-6696-1C62E308EBBF}" dt="2026-03-02T10:52:50.655" v="52"/>
          <ac:grpSpMkLst>
            <pc:docMk/>
            <pc:sldMk cId="880153011" sldId="259"/>
            <ac:grpSpMk id="17" creationId="{C8F3AECA-1E28-4DB0-901D-747B827596E9}"/>
          </ac:grpSpMkLst>
        </pc:grpChg>
        <pc:grpChg chg="add del">
          <ac:chgData name="Niek Middel" userId="S::170564@student.talland.nl::9055e094-023c-4121-af77-f1411132f956" providerId="AD" clId="Web-{70A6B245-2C89-EBC9-6696-1C62E308EBBF}" dt="2026-03-02T10:52:50.655" v="52"/>
          <ac:grpSpMkLst>
            <pc:docMk/>
            <pc:sldMk cId="880153011" sldId="259"/>
            <ac:grpSpMk id="22" creationId="{3214C51D-3B74-4CCB-82B8-A184460FCAA2}"/>
          </ac:grpSpMkLst>
        </pc:grpChg>
        <pc:picChg chg="add mod">
          <ac:chgData name="Niek Middel" userId="S::170564@student.talland.nl::9055e094-023c-4121-af77-f1411132f956" providerId="AD" clId="Web-{70A6B245-2C89-EBC9-6696-1C62E308EBBF}" dt="2026-03-02T10:54:10.281" v="64" actId="1076"/>
          <ac:picMkLst>
            <pc:docMk/>
            <pc:sldMk cId="880153011" sldId="259"/>
            <ac:picMk id="4" creationId="{6EA9F7BE-E6C2-77D6-7C7B-B33E2D02CC37}"/>
          </ac:picMkLst>
        </pc:picChg>
        <pc:picChg chg="add mod">
          <ac:chgData name="Niek Middel" userId="S::170564@student.talland.nl::9055e094-023c-4121-af77-f1411132f956" providerId="AD" clId="Web-{70A6B245-2C89-EBC9-6696-1C62E308EBBF}" dt="2026-03-02T10:55:52.814" v="88" actId="1076"/>
          <ac:picMkLst>
            <pc:docMk/>
            <pc:sldMk cId="880153011" sldId="259"/>
            <ac:picMk id="5" creationId="{F652E3C0-599F-4E66-8EC1-17FE5BA189AD}"/>
          </ac:picMkLst>
        </pc:picChg>
        <pc:picChg chg="add mod ord">
          <ac:chgData name="Niek Middel" userId="S::170564@student.talland.nl::9055e094-023c-4121-af77-f1411132f956" providerId="AD" clId="Web-{70A6B245-2C89-EBC9-6696-1C62E308EBBF}" dt="2026-03-02T10:56:02.908" v="89" actId="1076"/>
          <ac:picMkLst>
            <pc:docMk/>
            <pc:sldMk cId="880153011" sldId="259"/>
            <ac:picMk id="6" creationId="{F20DB6CF-EF9C-0EA4-AB3D-41DDAFE4728C}"/>
          </ac:picMkLst>
        </pc:picChg>
      </pc:sldChg>
    </pc:docChg>
  </pc:docChgLst>
  <pc:docChgLst>
    <pc:chgData name="Niek Middel" userId="S::170564@student.talland.nl::9055e094-023c-4121-af77-f1411132f956" providerId="AD" clId="Web-{4CD7DED1-5BAB-682F-6827-2D3EA92B96CB}"/>
    <pc:docChg chg="addSld modSld addMainMaster delMainMaster">
      <pc:chgData name="Niek Middel" userId="S::170564@student.talland.nl::9055e094-023c-4121-af77-f1411132f956" providerId="AD" clId="Web-{4CD7DED1-5BAB-682F-6827-2D3EA92B96CB}" dt="2026-03-02T10:47:57.539" v="361" actId="20577"/>
      <pc:docMkLst>
        <pc:docMk/>
      </pc:docMkLst>
      <pc:sldChg chg="addSp modSp mod setBg modClrScheme chgLayout">
        <pc:chgData name="Niek Middel" userId="S::170564@student.talland.nl::9055e094-023c-4121-af77-f1411132f956" providerId="AD" clId="Web-{4CD7DED1-5BAB-682F-6827-2D3EA92B96CB}" dt="2026-03-02T10:30:43.774" v="110" actId="20577"/>
        <pc:sldMkLst>
          <pc:docMk/>
          <pc:sldMk cId="109857222" sldId="256"/>
        </pc:sldMkLst>
        <pc:spChg chg="mod">
          <ac:chgData name="Niek Middel" userId="S::170564@student.talland.nl::9055e094-023c-4121-af77-f1411132f956" providerId="AD" clId="Web-{4CD7DED1-5BAB-682F-6827-2D3EA92B96CB}" dt="2026-03-02T10:29:43.852" v="4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Niek Middel" userId="S::170564@student.talland.nl::9055e094-023c-4121-af77-f1411132f956" providerId="AD" clId="Web-{4CD7DED1-5BAB-682F-6827-2D3EA92B96CB}" dt="2026-03-02T10:30:43.774" v="110" actId="20577"/>
          <ac:spMkLst>
            <pc:docMk/>
            <pc:sldMk cId="109857222" sldId="256"/>
            <ac:spMk id="3" creationId="{00000000-0000-0000-0000-000000000000}"/>
          </ac:spMkLst>
        </pc:spChg>
        <pc:spChg chg="add">
          <ac:chgData name="Niek Middel" userId="S::170564@student.talland.nl::9055e094-023c-4121-af77-f1411132f956" providerId="AD" clId="Web-{4CD7DED1-5BAB-682F-6827-2D3EA92B96CB}" dt="2026-03-02T10:29:24.492" v="0"/>
          <ac:spMkLst>
            <pc:docMk/>
            <pc:sldMk cId="109857222" sldId="256"/>
            <ac:spMk id="9" creationId="{54F3A7E8-6DA9-4C2B-ACC8-475F34DAEA1B}"/>
          </ac:spMkLst>
        </pc:spChg>
        <pc:spChg chg="add">
          <ac:chgData name="Niek Middel" userId="S::170564@student.talland.nl::9055e094-023c-4121-af77-f1411132f956" providerId="AD" clId="Web-{4CD7DED1-5BAB-682F-6827-2D3EA92B96CB}" dt="2026-03-02T10:29:24.492" v="0"/>
          <ac:spMkLst>
            <pc:docMk/>
            <pc:sldMk cId="109857222" sldId="256"/>
            <ac:spMk id="11" creationId="{5B21CDF0-4D24-4190-9285-9016C19C164F}"/>
          </ac:spMkLst>
        </pc:spChg>
        <pc:grpChg chg="add">
          <ac:chgData name="Niek Middel" userId="S::170564@student.talland.nl::9055e094-023c-4121-af77-f1411132f956" providerId="AD" clId="Web-{4CD7DED1-5BAB-682F-6827-2D3EA92B96CB}" dt="2026-03-02T10:29:24.492" v="0"/>
          <ac:grpSpMkLst>
            <pc:docMk/>
            <pc:sldMk cId="109857222" sldId="256"/>
            <ac:grpSpMk id="13" creationId="{3C9AA14C-80A4-427C-A911-28CD20C56E5E}"/>
          </ac:grpSpMkLst>
        </pc:grpChg>
        <pc:grpChg chg="add">
          <ac:chgData name="Niek Middel" userId="S::170564@student.talland.nl::9055e094-023c-4121-af77-f1411132f956" providerId="AD" clId="Web-{4CD7DED1-5BAB-682F-6827-2D3EA92B96CB}" dt="2026-03-02T10:29:24.492" v="0"/>
          <ac:grpSpMkLst>
            <pc:docMk/>
            <pc:sldMk cId="109857222" sldId="256"/>
            <ac:grpSpMk id="18" creationId="{F2FD01A0-E6FF-41CD-AEBD-279232B90D43}"/>
          </ac:grpSpMkLst>
        </pc:grpChg>
        <pc:picChg chg="add">
          <ac:chgData name="Niek Middel" userId="S::170564@student.talland.nl::9055e094-023c-4121-af77-f1411132f956" providerId="AD" clId="Web-{4CD7DED1-5BAB-682F-6827-2D3EA92B96CB}" dt="2026-03-02T10:29:24.492" v="0"/>
          <ac:picMkLst>
            <pc:docMk/>
            <pc:sldMk cId="109857222" sldId="256"/>
            <ac:picMk id="4" creationId="{1749B766-B55D-A362-2E5F-11F9A245E744}"/>
          </ac:picMkLst>
        </pc:picChg>
      </pc:sldChg>
      <pc:sldChg chg="addSp delSp modSp new mod setBg">
        <pc:chgData name="Niek Middel" userId="S::170564@student.talland.nl::9055e094-023c-4121-af77-f1411132f956" providerId="AD" clId="Web-{4CD7DED1-5BAB-682F-6827-2D3EA92B96CB}" dt="2026-03-02T10:46:14.554" v="324" actId="20577"/>
        <pc:sldMkLst>
          <pc:docMk/>
          <pc:sldMk cId="63613547" sldId="257"/>
        </pc:sldMkLst>
        <pc:spChg chg="mod ord">
          <ac:chgData name="Niek Middel" userId="S::170564@student.talland.nl::9055e094-023c-4121-af77-f1411132f956" providerId="AD" clId="Web-{4CD7DED1-5BAB-682F-6827-2D3EA92B96CB}" dt="2026-03-02T10:46:14.554" v="324" actId="20577"/>
          <ac:spMkLst>
            <pc:docMk/>
            <pc:sldMk cId="63613547" sldId="257"/>
            <ac:spMk id="2" creationId="{AED78EB8-38B8-7738-0B0D-451E8EC84D55}"/>
          </ac:spMkLst>
        </pc:spChg>
        <pc:spChg chg="del">
          <ac:chgData name="Niek Middel" userId="S::170564@student.talland.nl::9055e094-023c-4121-af77-f1411132f956" providerId="AD" clId="Web-{4CD7DED1-5BAB-682F-6827-2D3EA92B96CB}" dt="2026-03-02T10:39:33.187" v="150"/>
          <ac:spMkLst>
            <pc:docMk/>
            <pc:sldMk cId="63613547" sldId="257"/>
            <ac:spMk id="3" creationId="{E21F0D73-B200-63B4-CA56-051D499C5EF0}"/>
          </ac:spMkLst>
        </pc:spChg>
        <pc:spChg chg="add del mod">
          <ac:chgData name="Niek Middel" userId="S::170564@student.talland.nl::9055e094-023c-4121-af77-f1411132f956" providerId="AD" clId="Web-{4CD7DED1-5BAB-682F-6827-2D3EA92B96CB}" dt="2026-03-02T10:40:41.158" v="167"/>
          <ac:spMkLst>
            <pc:docMk/>
            <pc:sldMk cId="63613547" sldId="257"/>
            <ac:spMk id="11" creationId="{F7BE2DD2-000F-C86A-8A0A-38CCC43266DB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17" creationId="{09646535-AEF6-4883-A4F9-EEC1F8B4319E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19" creationId="{7FEECB93-933C-477B-BC7D-C2F2F6271A66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21" creationId="{497BC505-FE0C-4637-A29D-B71DFBBBAA71}"/>
          </ac:spMkLst>
        </pc:spChg>
        <pc:grpChg chg="add">
          <ac:chgData name="Niek Middel" userId="S::170564@student.talland.nl::9055e094-023c-4121-af77-f1411132f956" providerId="AD" clId="Web-{4CD7DED1-5BAB-682F-6827-2D3EA92B96CB}" dt="2026-03-02T10:40:55.205" v="169"/>
          <ac:grpSpMkLst>
            <pc:docMk/>
            <pc:sldMk cId="63613547" sldId="257"/>
            <ac:grpSpMk id="23" creationId="{F2FD01A0-E6FF-41CD-AEBD-279232B90D43}"/>
          </ac:grpSpMkLst>
        </pc:grpChg>
        <pc:grpChg chg="add">
          <ac:chgData name="Niek Middel" userId="S::170564@student.talland.nl::9055e094-023c-4121-af77-f1411132f956" providerId="AD" clId="Web-{4CD7DED1-5BAB-682F-6827-2D3EA92B96CB}" dt="2026-03-02T10:40:55.205" v="169"/>
          <ac:grpSpMkLst>
            <pc:docMk/>
            <pc:sldMk cId="63613547" sldId="257"/>
            <ac:grpSpMk id="28" creationId="{3C9AA14C-80A4-427C-A911-28CD20C56E5E}"/>
          </ac:grpSpMkLst>
        </pc:grpChg>
        <pc:picChg chg="add del mod ord">
          <ac:chgData name="Niek Middel" userId="S::170564@student.talland.nl::9055e094-023c-4121-af77-f1411132f956" providerId="AD" clId="Web-{4CD7DED1-5BAB-682F-6827-2D3EA92B96CB}" dt="2026-03-02T10:40:32.814" v="166"/>
          <ac:picMkLst>
            <pc:docMk/>
            <pc:sldMk cId="63613547" sldId="257"/>
            <ac:picMk id="4" creationId="{C6BC4F1E-93C0-B278-0D0E-24F6D4B8A14C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31.142" v="165"/>
          <ac:picMkLst>
            <pc:docMk/>
            <pc:sldMk cId="63613547" sldId="257"/>
            <ac:picMk id="5" creationId="{3850A52D-A7A0-F8CC-0A29-444A592D7160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9.908" v="164"/>
          <ac:picMkLst>
            <pc:docMk/>
            <pc:sldMk cId="63613547" sldId="257"/>
            <ac:picMk id="6" creationId="{238931F9-8C8A-2AC8-66A4-C8D36C40C208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8.579" v="163"/>
          <ac:picMkLst>
            <pc:docMk/>
            <pc:sldMk cId="63613547" sldId="257"/>
            <ac:picMk id="7" creationId="{970E63CF-A111-B2AD-4A3B-7405CFA7C904}"/>
          </ac:picMkLst>
        </pc:picChg>
        <pc:picChg chg="add del mod modCrop">
          <ac:chgData name="Niek Middel" userId="S::170564@student.talland.nl::9055e094-023c-4121-af77-f1411132f956" providerId="AD" clId="Web-{4CD7DED1-5BAB-682F-6827-2D3EA92B96CB}" dt="2026-03-02T10:40:25.298" v="161"/>
          <ac:picMkLst>
            <pc:docMk/>
            <pc:sldMk cId="63613547" sldId="257"/>
            <ac:picMk id="8" creationId="{530107FA-626A-FCFB-4345-5772A23C8D7F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7.079" v="162"/>
          <ac:picMkLst>
            <pc:docMk/>
            <pc:sldMk cId="63613547" sldId="257"/>
            <ac:picMk id="9" creationId="{9B48F132-C4E7-274E-F9CD-DC3B90F29425}"/>
          </ac:picMkLst>
        </pc:picChg>
        <pc:picChg chg="add mod ord">
          <ac:chgData name="Niek Middel" userId="S::170564@student.talland.nl::9055e094-023c-4121-af77-f1411132f956" providerId="AD" clId="Web-{4CD7DED1-5BAB-682F-6827-2D3EA92B96CB}" dt="2026-03-02T10:40:55.205" v="169"/>
          <ac:picMkLst>
            <pc:docMk/>
            <pc:sldMk cId="63613547" sldId="257"/>
            <ac:picMk id="12" creationId="{6C6D0C11-AAD9-477F-A015-CEF41FB9278B}"/>
          </ac:picMkLst>
        </pc:picChg>
      </pc:sldChg>
      <pc:sldChg chg="modSp new">
        <pc:chgData name="Niek Middel" userId="S::170564@student.talland.nl::9055e094-023c-4121-af77-f1411132f956" providerId="AD" clId="Web-{4CD7DED1-5BAB-682F-6827-2D3EA92B96CB}" dt="2026-03-02T10:47:57.539" v="361" actId="20577"/>
        <pc:sldMkLst>
          <pc:docMk/>
          <pc:sldMk cId="2159444441" sldId="258"/>
        </pc:sldMkLst>
        <pc:spChg chg="mod">
          <ac:chgData name="Niek Middel" userId="S::170564@student.talland.nl::9055e094-023c-4121-af77-f1411132f956" providerId="AD" clId="Web-{4CD7DED1-5BAB-682F-6827-2D3EA92B96CB}" dt="2026-03-02T10:46:03.913" v="318" actId="20577"/>
          <ac:spMkLst>
            <pc:docMk/>
            <pc:sldMk cId="2159444441" sldId="258"/>
            <ac:spMk id="2" creationId="{3E20D1ED-2931-08C6-0B03-57D782E097F7}"/>
          </ac:spMkLst>
        </pc:spChg>
        <pc:spChg chg="mod">
          <ac:chgData name="Niek Middel" userId="S::170564@student.talland.nl::9055e094-023c-4121-af77-f1411132f956" providerId="AD" clId="Web-{4CD7DED1-5BAB-682F-6827-2D3EA92B96CB}" dt="2026-03-02T10:47:57.539" v="361" actId="20577"/>
          <ac:spMkLst>
            <pc:docMk/>
            <pc:sldMk cId="2159444441" sldId="258"/>
            <ac:spMk id="3" creationId="{A9709F20-3263-A7B4-CEE0-22111DF1FBAA}"/>
          </ac:spMkLst>
        </pc:spChg>
      </pc:sldChg>
      <pc:sldMasterChg chg="del delSldLayout">
        <pc:chgData name="Niek Middel" userId="S::170564@student.talland.nl::9055e094-023c-4121-af77-f1411132f956" providerId="AD" clId="Web-{4CD7DED1-5BAB-682F-6827-2D3EA92B96CB}" dt="2026-03-02T10:29:24.492" v="0"/>
        <pc:sldMasterMkLst>
          <pc:docMk/>
          <pc:sldMasterMk cId="2460954070" sldId="2147483660"/>
        </pc:sldMasterMkLst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">
        <pc:chgData name="Niek Middel" userId="S::170564@student.talland.nl::9055e094-023c-4121-af77-f1411132f956" providerId="AD" clId="Web-{4CD7DED1-5BAB-682F-6827-2D3EA92B96CB}" dt="2026-03-02T10:29:24.492" v="0"/>
        <pc:sldMasterMkLst>
          <pc:docMk/>
          <pc:sldMasterMk cId="3381890127" sldId="2147483766"/>
        </pc:sldMasterMkLst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748469120" sldId="2147483755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851235197" sldId="2147483756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557486851" sldId="2147483757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180614428" sldId="2147483758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975643568" sldId="2147483759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694248262" sldId="2147483760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564654957" sldId="2147483761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415318696" sldId="2147483762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960530139" sldId="2147483763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96015463" sldId="2147483764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189217900" sldId="2147483765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4D45CF-631C-4226-A974-26D4550DF39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F7F1088-D2AD-4611-9A04-4F9AF9706E1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Admins kunnen quizen maken.</a:t>
          </a:r>
        </a:p>
      </dgm:t>
    </dgm:pt>
    <dgm:pt modelId="{1BEC6A4B-2D58-4504-8ABE-2BBB7727DF66}" type="parTrans" cxnId="{5BF24F16-4FEB-4F47-83D4-B7A49AB566A7}">
      <dgm:prSet/>
      <dgm:spPr/>
      <dgm:t>
        <a:bodyPr/>
        <a:lstStyle/>
        <a:p>
          <a:endParaRPr lang="en-US"/>
        </a:p>
      </dgm:t>
    </dgm:pt>
    <dgm:pt modelId="{B5CAE8D6-3409-4C29-AC1C-B7DB72637DD3}" type="sibTrans" cxnId="{5BF24F16-4FEB-4F47-83D4-B7A49AB566A7}">
      <dgm:prSet/>
      <dgm:spPr/>
      <dgm:t>
        <a:bodyPr/>
        <a:lstStyle/>
        <a:p>
          <a:endParaRPr lang="en-US"/>
        </a:p>
      </dgm:t>
    </dgm:pt>
    <dgm:pt modelId="{47F056FA-24F5-49BE-9B90-60B744D59CA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Admins kunnen gemaakte quizen aanpassen en of verwijderen.</a:t>
          </a:r>
        </a:p>
      </dgm:t>
    </dgm:pt>
    <dgm:pt modelId="{27AB0806-A4B8-4387-96F3-CD8B8D83D576}" type="parTrans" cxnId="{C55C5DCC-6089-4265-8D2D-6FDEC3C46CC0}">
      <dgm:prSet/>
      <dgm:spPr/>
      <dgm:t>
        <a:bodyPr/>
        <a:lstStyle/>
        <a:p>
          <a:endParaRPr lang="en-US"/>
        </a:p>
      </dgm:t>
    </dgm:pt>
    <dgm:pt modelId="{FB07B7D5-13E7-44FA-8F4D-D1AC080BEF4D}" type="sibTrans" cxnId="{C55C5DCC-6089-4265-8D2D-6FDEC3C46CC0}">
      <dgm:prSet/>
      <dgm:spPr/>
      <dgm:t>
        <a:bodyPr/>
        <a:lstStyle/>
        <a:p>
          <a:endParaRPr lang="en-US"/>
        </a:p>
      </dgm:t>
    </dgm:pt>
    <dgm:pt modelId="{BD8134ED-F098-4613-ACFF-175B5B4209B9}" type="pres">
      <dgm:prSet presAssocID="{5A4D45CF-631C-4226-A974-26D4550DF39C}" presName="root" presStyleCnt="0">
        <dgm:presLayoutVars>
          <dgm:dir/>
          <dgm:resizeHandles val="exact"/>
        </dgm:presLayoutVars>
      </dgm:prSet>
      <dgm:spPr/>
    </dgm:pt>
    <dgm:pt modelId="{5852BCD8-F379-428E-A7EC-725ABE102F0C}" type="pres">
      <dgm:prSet presAssocID="{AF7F1088-D2AD-4611-9A04-4F9AF9706E11}" presName="compNode" presStyleCnt="0"/>
      <dgm:spPr/>
    </dgm:pt>
    <dgm:pt modelId="{D097A405-0AE3-49ED-8247-AF2090D2F247}" type="pres">
      <dgm:prSet presAssocID="{AF7F1088-D2AD-4611-9A04-4F9AF9706E1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378CFC4C-BA0E-46DB-B670-A13FB2CE0184}" type="pres">
      <dgm:prSet presAssocID="{AF7F1088-D2AD-4611-9A04-4F9AF9706E11}" presName="spaceRect" presStyleCnt="0"/>
      <dgm:spPr/>
    </dgm:pt>
    <dgm:pt modelId="{269580B7-634F-4010-A755-BEF22689975A}" type="pres">
      <dgm:prSet presAssocID="{AF7F1088-D2AD-4611-9A04-4F9AF9706E11}" presName="textRect" presStyleLbl="revTx" presStyleIdx="0" presStyleCnt="2">
        <dgm:presLayoutVars>
          <dgm:chMax val="1"/>
          <dgm:chPref val="1"/>
        </dgm:presLayoutVars>
      </dgm:prSet>
      <dgm:spPr/>
    </dgm:pt>
    <dgm:pt modelId="{DF9B1551-66FC-455B-B608-966A3F99E1DF}" type="pres">
      <dgm:prSet presAssocID="{B5CAE8D6-3409-4C29-AC1C-B7DB72637DD3}" presName="sibTrans" presStyleCnt="0"/>
      <dgm:spPr/>
    </dgm:pt>
    <dgm:pt modelId="{F131A7E6-B0D4-40A0-8764-559470062CBE}" type="pres">
      <dgm:prSet presAssocID="{47F056FA-24F5-49BE-9B90-60B744D59CAC}" presName="compNode" presStyleCnt="0"/>
      <dgm:spPr/>
    </dgm:pt>
    <dgm:pt modelId="{0B6B4423-B703-47DB-B5FB-0B106FF99355}" type="pres">
      <dgm:prSet presAssocID="{47F056FA-24F5-49BE-9B90-60B744D59CA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FC2F058-990D-45AF-A9CC-3C16AD7277D5}" type="pres">
      <dgm:prSet presAssocID="{47F056FA-24F5-49BE-9B90-60B744D59CAC}" presName="spaceRect" presStyleCnt="0"/>
      <dgm:spPr/>
    </dgm:pt>
    <dgm:pt modelId="{3C37B81A-F44C-4CE6-814D-E07F4D69124B}" type="pres">
      <dgm:prSet presAssocID="{47F056FA-24F5-49BE-9B90-60B744D59CA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5BF24F16-4FEB-4F47-83D4-B7A49AB566A7}" srcId="{5A4D45CF-631C-4226-A974-26D4550DF39C}" destId="{AF7F1088-D2AD-4611-9A04-4F9AF9706E11}" srcOrd="0" destOrd="0" parTransId="{1BEC6A4B-2D58-4504-8ABE-2BBB7727DF66}" sibTransId="{B5CAE8D6-3409-4C29-AC1C-B7DB72637DD3}"/>
    <dgm:cxn modelId="{4A7BD621-B869-4680-A9E3-E1AB2C3339AA}" type="presOf" srcId="{47F056FA-24F5-49BE-9B90-60B744D59CAC}" destId="{3C37B81A-F44C-4CE6-814D-E07F4D69124B}" srcOrd="0" destOrd="0" presId="urn:microsoft.com/office/officeart/2018/2/layout/IconLabelList"/>
    <dgm:cxn modelId="{E4FEC066-A292-4888-975D-A8B600760ED0}" type="presOf" srcId="{AF7F1088-D2AD-4611-9A04-4F9AF9706E11}" destId="{269580B7-634F-4010-A755-BEF22689975A}" srcOrd="0" destOrd="0" presId="urn:microsoft.com/office/officeart/2018/2/layout/IconLabelList"/>
    <dgm:cxn modelId="{C55C5DCC-6089-4265-8D2D-6FDEC3C46CC0}" srcId="{5A4D45CF-631C-4226-A974-26D4550DF39C}" destId="{47F056FA-24F5-49BE-9B90-60B744D59CAC}" srcOrd="1" destOrd="0" parTransId="{27AB0806-A4B8-4387-96F3-CD8B8D83D576}" sibTransId="{FB07B7D5-13E7-44FA-8F4D-D1AC080BEF4D}"/>
    <dgm:cxn modelId="{9E5FCADA-A34A-4889-8182-E9B71D8F1AE2}" type="presOf" srcId="{5A4D45CF-631C-4226-A974-26D4550DF39C}" destId="{BD8134ED-F098-4613-ACFF-175B5B4209B9}" srcOrd="0" destOrd="0" presId="urn:microsoft.com/office/officeart/2018/2/layout/IconLabelList"/>
    <dgm:cxn modelId="{93FB51D7-6337-4227-A9CF-86DBFA50B143}" type="presParOf" srcId="{BD8134ED-F098-4613-ACFF-175B5B4209B9}" destId="{5852BCD8-F379-428E-A7EC-725ABE102F0C}" srcOrd="0" destOrd="0" presId="urn:microsoft.com/office/officeart/2018/2/layout/IconLabelList"/>
    <dgm:cxn modelId="{6CDF6188-7481-449A-B61D-33BFF8899318}" type="presParOf" srcId="{5852BCD8-F379-428E-A7EC-725ABE102F0C}" destId="{D097A405-0AE3-49ED-8247-AF2090D2F247}" srcOrd="0" destOrd="0" presId="urn:microsoft.com/office/officeart/2018/2/layout/IconLabelList"/>
    <dgm:cxn modelId="{BF29BC54-0006-4803-9CED-E2EEA746C915}" type="presParOf" srcId="{5852BCD8-F379-428E-A7EC-725ABE102F0C}" destId="{378CFC4C-BA0E-46DB-B670-A13FB2CE0184}" srcOrd="1" destOrd="0" presId="urn:microsoft.com/office/officeart/2018/2/layout/IconLabelList"/>
    <dgm:cxn modelId="{E00629D1-5D39-4812-8E20-61AC41BEB4B0}" type="presParOf" srcId="{5852BCD8-F379-428E-A7EC-725ABE102F0C}" destId="{269580B7-634F-4010-A755-BEF22689975A}" srcOrd="2" destOrd="0" presId="urn:microsoft.com/office/officeart/2018/2/layout/IconLabelList"/>
    <dgm:cxn modelId="{6342B2D6-51ED-437E-AC6E-D9E7BBAF37B3}" type="presParOf" srcId="{BD8134ED-F098-4613-ACFF-175B5B4209B9}" destId="{DF9B1551-66FC-455B-B608-966A3F99E1DF}" srcOrd="1" destOrd="0" presId="urn:microsoft.com/office/officeart/2018/2/layout/IconLabelList"/>
    <dgm:cxn modelId="{1A0A249A-ADFC-481C-B80F-DFAB2FB11A6D}" type="presParOf" srcId="{BD8134ED-F098-4613-ACFF-175B5B4209B9}" destId="{F131A7E6-B0D4-40A0-8764-559470062CBE}" srcOrd="2" destOrd="0" presId="urn:microsoft.com/office/officeart/2018/2/layout/IconLabelList"/>
    <dgm:cxn modelId="{5144F4D1-E54F-48E5-9C25-9971E1918C74}" type="presParOf" srcId="{F131A7E6-B0D4-40A0-8764-559470062CBE}" destId="{0B6B4423-B703-47DB-B5FB-0B106FF99355}" srcOrd="0" destOrd="0" presId="urn:microsoft.com/office/officeart/2018/2/layout/IconLabelList"/>
    <dgm:cxn modelId="{30D8D1E2-A4B0-4986-884C-AFC51FF188D5}" type="presParOf" srcId="{F131A7E6-B0D4-40A0-8764-559470062CBE}" destId="{1FC2F058-990D-45AF-A9CC-3C16AD7277D5}" srcOrd="1" destOrd="0" presId="urn:microsoft.com/office/officeart/2018/2/layout/IconLabelList"/>
    <dgm:cxn modelId="{DA479D7C-0AD2-45AA-AD1F-A6184193545E}" type="presParOf" srcId="{F131A7E6-B0D4-40A0-8764-559470062CBE}" destId="{3C37B81A-F44C-4CE6-814D-E07F4D69124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97A405-0AE3-49ED-8247-AF2090D2F247}">
      <dsp:nvSpPr>
        <dsp:cNvPr id="0" name=""/>
        <dsp:cNvSpPr/>
      </dsp:nvSpPr>
      <dsp:spPr>
        <a:xfrm>
          <a:off x="1854162" y="4644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580B7-634F-4010-A755-BEF22689975A}">
      <dsp:nvSpPr>
        <dsp:cNvPr id="0" name=""/>
        <dsp:cNvSpPr/>
      </dsp:nvSpPr>
      <dsp:spPr>
        <a:xfrm>
          <a:off x="666162" y="2460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Admins kunnen quizen maken.</a:t>
          </a:r>
        </a:p>
      </dsp:txBody>
      <dsp:txXfrm>
        <a:off x="666162" y="2460932"/>
        <a:ext cx="4320000" cy="720000"/>
      </dsp:txXfrm>
    </dsp:sp>
    <dsp:sp modelId="{0B6B4423-B703-47DB-B5FB-0B106FF99355}">
      <dsp:nvSpPr>
        <dsp:cNvPr id="0" name=""/>
        <dsp:cNvSpPr/>
      </dsp:nvSpPr>
      <dsp:spPr>
        <a:xfrm>
          <a:off x="6930162" y="4644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37B81A-F44C-4CE6-814D-E07F4D69124B}">
      <dsp:nvSpPr>
        <dsp:cNvPr id="0" name=""/>
        <dsp:cNvSpPr/>
      </dsp:nvSpPr>
      <dsp:spPr>
        <a:xfrm>
          <a:off x="5742162" y="2460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Admins kunnen gemaakte quizen aanpassen en of verwijderen.</a:t>
          </a:r>
        </a:p>
      </dsp:txBody>
      <dsp:txXfrm>
        <a:off x="5742162" y="2460932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0013" y="484479"/>
            <a:ext cx="6911974" cy="2954655"/>
          </a:xfrm>
        </p:spPr>
        <p:txBody>
          <a:bodyPr anchor="b">
            <a:normAutofit/>
          </a:bodyPr>
          <a:lstStyle>
            <a:lvl1pPr algn="ctr">
              <a:defRPr sz="5600" spc="-1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40013" y="3799133"/>
            <a:ext cx="6911974" cy="1969841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2395C5C9-164C-46B3-A87E-7660D39D3106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5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3227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4DDCFF8A-AAF8-4A12-8A91-9CA0EAF6CBB9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18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6" cy="2879724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10" y="3858924"/>
            <a:ext cx="10728326" cy="191907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ABCC25C3-021A-4B0B-8F70-0C181FE1CF45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530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58400" y="2541600"/>
            <a:ext cx="5003801" cy="3234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0C23D88D-8CEC-4ED9-A53B-5596187D9A16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15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5" cy="673005"/>
          </a:xfrm>
        </p:spPr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840698"/>
            <a:ext cx="5015638" cy="565796"/>
          </a:xfrm>
        </p:spPr>
        <p:txBody>
          <a:bodyPr wrap="square"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0000" y="2541600"/>
            <a:ext cx="5003801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400" y="1840698"/>
            <a:ext cx="5015638" cy="565796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4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D2CCD382-DFDA-4722-A27A-59C21AD112F2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217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22F2A30D-1C09-413F-AAB1-38F366000715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43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6DB82B9C-D65E-4F64-95C3-B10F3B00F0D9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46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107463" cy="1477328"/>
          </a:xfrm>
        </p:spPr>
        <p:txBody>
          <a:bodyPr anchor="t" anchorCtr="0">
            <a:normAutofit/>
          </a:bodyPr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8188" y="584662"/>
            <a:ext cx="6911974" cy="518431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800"/>
            </a:lvl1pPr>
            <a:lvl2pPr marL="914400" indent="-457200"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107463" cy="32318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B7F5FDCC-6AAC-4A08-B9E0-3793AB5E64C3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23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095626" cy="147600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8188" y="728664"/>
            <a:ext cx="6923812" cy="504031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095625" cy="3232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349FE94D-439C-40F1-900E-BC07940E3988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86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20000" y="2636838"/>
            <a:ext cx="10728325" cy="31321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5B75179A-1E2B-41AB-B400-4F1B4022FAEE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614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40486" y="720000"/>
            <a:ext cx="1477328" cy="5048975"/>
          </a:xfrm>
        </p:spPr>
        <p:txBody>
          <a:bodyPr vert="eaVer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838" y="720000"/>
            <a:ext cx="8929614" cy="5048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05681D0F-6595-4F14-8EF3-954CD87C797B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48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646535-AEF6-4883-A4F9-EEC1F8B431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541600"/>
            <a:ext cx="10728325" cy="322737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l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8DEA2CF1-0EB2-4673-802D-3371233E4A77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ct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901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59" r:id="rId6"/>
    <p:sldLayoutId id="2147483755" r:id="rId7"/>
    <p:sldLayoutId id="2147483756" r:id="rId8"/>
    <p:sldLayoutId id="2147483757" r:id="rId9"/>
    <p:sldLayoutId id="2147483758" r:id="rId10"/>
    <p:sldLayoutId id="21474837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users/DontCloneBasil/projects/11/views/3?pane=issue&amp;itemId=156256852&amp;issue=DontCloneBasil%7CProject-smarties%7C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1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3?pane=issue&amp;itemId=156271447&amp;issue=DontCloneBasil%7CProject-smarties%7C5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igma.com/design/3uB4CW9IVYODcOBoEHgKON/project-smarties-projectboard?node-id=0-1&amp;p=f&amp;t=VyoylGJZ4upa6pGL-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3?pane=issue&amp;itemId=156256852&amp;issue=DontCloneBasil%7CProject-smarties%7C2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users/DontCloneBasil/projects/11/views/6?pane=issue&amp;itemId=156258490&amp;issue=DontCloneBasil%7CProject-smarties%7C3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users/DontCloneBasil/projects/11/views/6?pane=issue&amp;itemId=156258490&amp;issue=DontCloneBasil%7CProject-smarties%7C3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users/DontCloneBasil/projects/11/views/6?pane=issue&amp;itemId=156270720&amp;issue=DontCloneBasil%7CProject-smarties%7C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users/DontCloneBasil/projects/11/views/6?pane=issue&amp;itemId=156287832&amp;issue=DontCloneBasil%7CProject-smarties%7C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users/DontCloneBasil/projects/11/views/6?pane=issue&amp;itemId=156287832&amp;issue=DontCloneBasil%7CProject-smarties%7C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users/DontCloneBasil/projects/11/views/6?pane=issue&amp;itemId=156289944&amp;issue=DontCloneBasil%7CProject-smarties%7C1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users/DontCloneBasil/projects/11/views/8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473689&amp;issue=DontCloneBasil%7CProject-smarties%7C14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529564&amp;issue=DontCloneBasil%7CProject-smarties%7C16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508636&amp;issue=DontCloneBasil%7CProject-smarties%7C15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F3A7E8-6DA9-4C2B-ACC8-475F34DAE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1CDF0-4D24-4190-9285-9016C19C1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80000" y="1449388"/>
            <a:ext cx="5015638" cy="2075012"/>
          </a:xfrm>
        </p:spPr>
        <p:txBody>
          <a:bodyPr>
            <a:normAutofit fontScale="90000"/>
          </a:bodyPr>
          <a:lstStyle/>
          <a:p>
            <a:r>
              <a:rPr lang="nl-NL" noProof="0" dirty="0"/>
              <a:t>Sprint reviews project </a:t>
            </a:r>
            <a:r>
              <a:rPr lang="nl-NL" noProof="0" dirty="0" err="1"/>
              <a:t>smarties</a:t>
            </a:r>
            <a:endParaRPr lang="nl-NL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80000" y="3830398"/>
            <a:ext cx="5015638" cy="1219439"/>
          </a:xfrm>
        </p:spPr>
        <p:txBody>
          <a:bodyPr vert="horz" lIns="0" tIns="0" rIns="0" bIns="0" rtlCol="0" anchor="t">
            <a:normAutofit fontScale="70000" lnSpcReduction="20000"/>
          </a:bodyPr>
          <a:lstStyle/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1: 2 t/m 6</a:t>
            </a:r>
          </a:p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2: 7 t/m 14</a:t>
            </a:r>
          </a:p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3: 15 t/m 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49B766-B55D-A362-2E5F-11F9A245E7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97" r="31736" b="-4"/>
          <a:stretch>
            <a:fillRect/>
          </a:stretch>
        </p:blipFill>
        <p:spPr>
          <a:xfrm>
            <a:off x="20" y="10"/>
            <a:ext cx="5903704" cy="6857990"/>
          </a:xfrm>
          <a:custGeom>
            <a:avLst/>
            <a:gdLst/>
            <a:ahLst/>
            <a:cxnLst/>
            <a:rect l="l" t="t" r="r" b="b"/>
            <a:pathLst>
              <a:path w="5903724" h="6858000">
                <a:moveTo>
                  <a:pt x="0" y="0"/>
                </a:moveTo>
                <a:lnTo>
                  <a:pt x="5886178" y="0"/>
                </a:lnTo>
                <a:lnTo>
                  <a:pt x="5890522" y="42009"/>
                </a:lnTo>
                <a:cubicBezTo>
                  <a:pt x="5948302" y="788432"/>
                  <a:pt x="5795211" y="5194623"/>
                  <a:pt x="5836720" y="6279216"/>
                </a:cubicBezTo>
                <a:cubicBezTo>
                  <a:pt x="5842686" y="6384211"/>
                  <a:pt x="5845802" y="6526851"/>
                  <a:pt x="5846540" y="6699667"/>
                </a:cubicBezTo>
                <a:lnTo>
                  <a:pt x="584650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C9AA14C-80A4-427C-A911-28CD20C56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09203" y="317452"/>
            <a:ext cx="2117174" cy="588806"/>
            <a:chOff x="4549904" y="5078157"/>
            <a:chExt cx="3023338" cy="840818"/>
          </a:xfrm>
        </p:grpSpPr>
        <p:sp>
          <p:nvSpPr>
            <p:cNvPr id="14" name="Freeform 80">
              <a:extLst>
                <a:ext uri="{FF2B5EF4-FFF2-40B4-BE49-F238E27FC236}">
                  <a16:creationId xmlns:a16="http://schemas.microsoft.com/office/drawing/2014/main" id="{EF32CDAF-4619-4949-9516-1E042181E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5690691" y="5352589"/>
              <a:ext cx="749228" cy="383544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5" name="Freeform 84">
              <a:extLst>
                <a:ext uri="{FF2B5EF4-FFF2-40B4-BE49-F238E27FC236}">
                  <a16:creationId xmlns:a16="http://schemas.microsoft.com/office/drawing/2014/main" id="{270C485D-6BA8-4BF7-B72C-2B14A43A6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274527">
              <a:off x="6910134" y="5062687"/>
              <a:ext cx="647637" cy="678578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6" name="Freeform 87">
              <a:extLst>
                <a:ext uri="{FF2B5EF4-FFF2-40B4-BE49-F238E27FC236}">
                  <a16:creationId xmlns:a16="http://schemas.microsoft.com/office/drawing/2014/main" id="{79239B91-4327-43B3-AED5-CB9EC1653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4430858">
              <a:off x="4571743" y="5071596"/>
              <a:ext cx="626472" cy="670149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FD01A0-E6FF-41CD-AEBD-279232B90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90093" y="5372723"/>
            <a:ext cx="2088038" cy="719230"/>
            <a:chOff x="4532666" y="505937"/>
            <a:chExt cx="2981730" cy="1027064"/>
          </a:xfrm>
        </p:grpSpPr>
        <p:sp>
          <p:nvSpPr>
            <p:cNvPr id="19" name="Freeform 78">
              <a:extLst>
                <a:ext uri="{FF2B5EF4-FFF2-40B4-BE49-F238E27FC236}">
                  <a16:creationId xmlns:a16="http://schemas.microsoft.com/office/drawing/2014/main" id="{811C6308-5554-4129-8881-A95AF512C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4532666" y="754398"/>
              <a:ext cx="694205" cy="713383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0" name="Freeform 79">
              <a:extLst>
                <a:ext uri="{FF2B5EF4-FFF2-40B4-BE49-F238E27FC236}">
                  <a16:creationId xmlns:a16="http://schemas.microsoft.com/office/drawing/2014/main" id="{C28F3A03-B53B-433E-8DF7-6B13336D0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5791465" y="505937"/>
              <a:ext cx="587404" cy="943792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1" name="Freeform 85">
              <a:extLst>
                <a:ext uri="{FF2B5EF4-FFF2-40B4-BE49-F238E27FC236}">
                  <a16:creationId xmlns:a16="http://schemas.microsoft.com/office/drawing/2014/main" id="{E990BBBC-E616-4D0E-9917-A6CA72AAE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7087193" y="757585"/>
              <a:ext cx="427203" cy="775416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20D1ED-2931-08C6-0B03-57D782E09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886" y="619201"/>
            <a:ext cx="4134302" cy="147732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nl-NL" sz="2500" noProof="0" dirty="0">
                <a:hlinkClick r:id="rId2"/>
              </a:rPr>
              <a:t>Sprint 1:</a:t>
            </a:r>
            <a:br>
              <a:rPr lang="nl-NL" sz="2500" noProof="0" dirty="0"/>
            </a:br>
            <a:br>
              <a:rPr lang="nl-NL" sz="2500" noProof="0" dirty="0"/>
            </a:br>
            <a:r>
              <a:rPr lang="nl-NL" sz="2500" noProof="0" dirty="0"/>
              <a:t>Wat is gedaan deze sprint?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09F20-3263-A7B4-CEE0-22111DF1F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6900137" cy="1282513"/>
          </a:xfrm>
        </p:spPr>
        <p:txBody>
          <a:bodyPr vert="horz" lIns="0" tIns="0" rIns="0" bIns="0" rtlCol="0">
            <a:normAutofit/>
          </a:bodyPr>
          <a:lstStyle/>
          <a:p>
            <a:pPr>
              <a:lnSpc>
                <a:spcPct val="110000"/>
              </a:lnSpc>
            </a:pPr>
            <a:r>
              <a:rPr lang="nl-NL" noProof="0" dirty="0"/>
              <a:t>Het maken van een </a:t>
            </a:r>
            <a:r>
              <a:rPr lang="nl-NL" noProof="0" dirty="0" err="1"/>
              <a:t>backlog</a:t>
            </a:r>
            <a:r>
              <a:rPr lang="nl-NL" noProof="0" dirty="0"/>
              <a:t>: dia 3</a:t>
            </a:r>
          </a:p>
          <a:p>
            <a:pPr>
              <a:lnSpc>
                <a:spcPct val="110000"/>
              </a:lnSpc>
            </a:pPr>
            <a:r>
              <a:rPr lang="nl-NL" noProof="0" dirty="0"/>
              <a:t>Het maken van een </a:t>
            </a:r>
            <a:r>
              <a:rPr lang="nl-NL" noProof="0" dirty="0" err="1"/>
              <a:t>figma</a:t>
            </a:r>
            <a:r>
              <a:rPr lang="nl-NL" noProof="0" dirty="0"/>
              <a:t> design: dia 4</a:t>
            </a:r>
          </a:p>
          <a:p>
            <a:pPr>
              <a:lnSpc>
                <a:spcPct val="110000"/>
              </a:lnSpc>
            </a:pPr>
            <a:r>
              <a:rPr lang="nl-NL" noProof="0" dirty="0"/>
              <a:t>Het maken van een ERD: dia 5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C708C2-DFBA-E639-7AB5-07ADD9DDF7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85"/>
          <a:stretch>
            <a:fillRect/>
          </a:stretch>
        </p:blipFill>
        <p:spPr>
          <a:xfrm>
            <a:off x="20" y="2584536"/>
            <a:ext cx="12191980" cy="4273465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59444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B3F5B-F8D3-5C15-587B-5FECA783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Planning: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0DB6CF-EF9C-0EA4-AB3D-41DDAFE47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58" y="3242211"/>
            <a:ext cx="11590407" cy="3434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C35456-8C67-21E3-64B3-3DB0B50E0C6D}"/>
              </a:ext>
            </a:extLst>
          </p:cNvPr>
          <p:cNvSpPr txBox="1"/>
          <p:nvPr/>
        </p:nvSpPr>
        <p:spPr>
          <a:xfrm>
            <a:off x="292273" y="2755725"/>
            <a:ext cx="43423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nl-NL" noProof="0" dirty="0">
                <a:hlinkClick r:id="rId3"/>
              </a:rPr>
              <a:t>Huidige </a:t>
            </a:r>
            <a:r>
              <a:rPr lang="nl-NL" noProof="0" dirty="0" err="1">
                <a:hlinkClick r:id="rId3"/>
              </a:rPr>
              <a:t>backlog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015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EECB93-933C-477B-BC7D-C2F2F6271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12" name="Content Placeholder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6D0C11-AAD9-477F-A015-CEF41FB927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019" r="5670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7BC505-FE0C-4637-A29D-B71DFBBBAA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bg1">
                  <a:alpha val="30000"/>
                </a:schemeClr>
              </a:gs>
              <a:gs pos="33000">
                <a:schemeClr val="bg1">
                  <a:alpha val="2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3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78EB8-38B8-7738-0B0D-451E8EC84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738" y="777610"/>
            <a:ext cx="5015638" cy="2165144"/>
          </a:xfrm>
        </p:spPr>
        <p:txBody>
          <a:bodyPr vert="horz" wrap="square" lIns="0" tIns="0" rIns="0" bIns="0" rtlCol="0" anchor="b" anchorCtr="0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nl-NL" sz="3500" spc="-100" noProof="0" dirty="0"/>
              <a:t>Sprint 1:</a:t>
            </a:r>
            <a:br>
              <a:rPr lang="nl-NL" sz="3500" spc="-100" noProof="0" dirty="0"/>
            </a:br>
            <a:br>
              <a:rPr lang="nl-NL" sz="3500" spc="-100" noProof="0" dirty="0"/>
            </a:br>
            <a:r>
              <a:rPr lang="nl-NL" sz="3500" spc="-100" noProof="0" dirty="0"/>
              <a:t>user story: </a:t>
            </a:r>
            <a:r>
              <a:rPr lang="nl-NL" sz="3500" spc="-100" noProof="0" dirty="0" err="1">
                <a:hlinkClick r:id="rId3"/>
              </a:rPr>
              <a:t>Figma</a:t>
            </a:r>
            <a:r>
              <a:rPr lang="nl-NL" sz="3500" spc="-100" noProof="0" dirty="0">
                <a:hlinkClick r:id="rId3"/>
              </a:rPr>
              <a:t> design</a:t>
            </a:r>
            <a:br>
              <a:rPr lang="nl-NL" sz="3500" spc="-100" noProof="0" dirty="0"/>
            </a:br>
            <a:r>
              <a:rPr lang="nl-NL" sz="3500" spc="-100" noProof="0" dirty="0">
                <a:hlinkClick r:id="rId4"/>
              </a:rPr>
              <a:t>link naar </a:t>
            </a:r>
            <a:r>
              <a:rPr lang="nl-NL" sz="3500" spc="-100" noProof="0" dirty="0" err="1">
                <a:hlinkClick r:id="rId4"/>
              </a:rPr>
              <a:t>Figma</a:t>
            </a:r>
            <a:r>
              <a:rPr lang="nl-NL" sz="3500" spc="-100" noProof="0" dirty="0">
                <a:hlinkClick r:id="rId4"/>
              </a:rPr>
              <a:t> design</a:t>
            </a:r>
            <a:endParaRPr lang="nl-NL" sz="3500" spc="-1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2FD01A0-E6FF-41CD-AEBD-279232B90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65602" y="317452"/>
            <a:ext cx="2088038" cy="719230"/>
            <a:chOff x="4532666" y="505937"/>
            <a:chExt cx="2981730" cy="1027064"/>
          </a:xfrm>
        </p:grpSpPr>
        <p:sp>
          <p:nvSpPr>
            <p:cNvPr id="24" name="Freeform 78">
              <a:extLst>
                <a:ext uri="{FF2B5EF4-FFF2-40B4-BE49-F238E27FC236}">
                  <a16:creationId xmlns:a16="http://schemas.microsoft.com/office/drawing/2014/main" id="{811C6308-5554-4129-8881-A95AF512C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4532666" y="754398"/>
              <a:ext cx="694205" cy="713383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79">
              <a:extLst>
                <a:ext uri="{FF2B5EF4-FFF2-40B4-BE49-F238E27FC236}">
                  <a16:creationId xmlns:a16="http://schemas.microsoft.com/office/drawing/2014/main" id="{C28F3A03-B53B-433E-8DF7-6B13336D0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5791465" y="505937"/>
              <a:ext cx="587404" cy="943792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6" name="Freeform 85">
              <a:extLst>
                <a:ext uri="{FF2B5EF4-FFF2-40B4-BE49-F238E27FC236}">
                  <a16:creationId xmlns:a16="http://schemas.microsoft.com/office/drawing/2014/main" id="{E990BBBC-E616-4D0E-9917-A6CA72AAE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7087193" y="757585"/>
              <a:ext cx="427203" cy="775416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C9AA14C-80A4-427C-A911-28CD20C56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17356" y="5503147"/>
            <a:ext cx="2117174" cy="588806"/>
            <a:chOff x="4549904" y="5078157"/>
            <a:chExt cx="3023338" cy="840818"/>
          </a:xfrm>
        </p:grpSpPr>
        <p:sp>
          <p:nvSpPr>
            <p:cNvPr id="29" name="Freeform 80">
              <a:extLst>
                <a:ext uri="{FF2B5EF4-FFF2-40B4-BE49-F238E27FC236}">
                  <a16:creationId xmlns:a16="http://schemas.microsoft.com/office/drawing/2014/main" id="{EF32CDAF-4619-4949-9516-1E042181E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5690691" y="5352589"/>
              <a:ext cx="749228" cy="383544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0" name="Freeform 84">
              <a:extLst>
                <a:ext uri="{FF2B5EF4-FFF2-40B4-BE49-F238E27FC236}">
                  <a16:creationId xmlns:a16="http://schemas.microsoft.com/office/drawing/2014/main" id="{270C485D-6BA8-4BF7-B72C-2B14A43A6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274527">
              <a:off x="6910134" y="5062687"/>
              <a:ext cx="647637" cy="678578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1" name="Freeform 87">
              <a:extLst>
                <a:ext uri="{FF2B5EF4-FFF2-40B4-BE49-F238E27FC236}">
                  <a16:creationId xmlns:a16="http://schemas.microsoft.com/office/drawing/2014/main" id="{79239B91-4327-43B3-AED5-CB9EC1653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4430858">
              <a:off x="4571743" y="5071596"/>
              <a:ext cx="626472" cy="670149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613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66C96C0-C503-4689-9188-1B79F55F3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1134FD-7889-A4D1-97FB-87CBEAE8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2" r="-1" b="7015"/>
          <a:stretch>
            <a:fillRect/>
          </a:stretch>
        </p:blipFill>
        <p:spPr>
          <a:xfrm>
            <a:off x="3068" y="1193129"/>
            <a:ext cx="12188932" cy="566485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390D9D2-CD1B-45D5-8B3B-6FF07D60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1"/>
            <a:ext cx="12191997" cy="2636837"/>
          </a:xfrm>
          <a:prstGeom prst="rect">
            <a:avLst/>
          </a:prstGeom>
          <a:gradFill flip="none" rotWithShape="1">
            <a:gsLst>
              <a:gs pos="58000">
                <a:schemeClr val="bg1">
                  <a:alpha val="30000"/>
                </a:schemeClr>
              </a:gs>
              <a:gs pos="33000">
                <a:schemeClr val="bg1">
                  <a:alpha val="2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3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1FF64F-41B5-6043-C132-5802D2FF7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0300" y="784643"/>
            <a:ext cx="9492866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pPr algn="ctr"/>
            <a:r>
              <a:rPr lang="nl-NL" spc="-100" noProof="0" dirty="0"/>
              <a:t>Het maken van een </a:t>
            </a:r>
            <a:r>
              <a:rPr lang="nl-NL" spc="-100" noProof="0" dirty="0">
                <a:hlinkClick r:id="rId3"/>
              </a:rPr>
              <a:t>ERD</a:t>
            </a:r>
            <a:r>
              <a:rPr lang="nl-NL" spc="-100" noProof="0" dirty="0"/>
              <a:t>: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8F3AECA-1E28-4DB0-901D-747B82759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17" name="Freeform 78">
              <a:extLst>
                <a:ext uri="{FF2B5EF4-FFF2-40B4-BE49-F238E27FC236}">
                  <a16:creationId xmlns:a16="http://schemas.microsoft.com/office/drawing/2014/main" id="{F137E6B0-A1AA-47FF-AAB8-9E5D6B701C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8" name="Freeform 79">
              <a:extLst>
                <a:ext uri="{FF2B5EF4-FFF2-40B4-BE49-F238E27FC236}">
                  <a16:creationId xmlns:a16="http://schemas.microsoft.com/office/drawing/2014/main" id="{F72FB821-5AF0-4EA1-B84B-D5E12D833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9" name="Freeform 85">
              <a:extLst>
                <a:ext uri="{FF2B5EF4-FFF2-40B4-BE49-F238E27FC236}">
                  <a16:creationId xmlns:a16="http://schemas.microsoft.com/office/drawing/2014/main" id="{DFE0F740-8A45-42B9-BEF6-A75329504F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14C51D-3B74-4CCB-82B8-A184460F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10" y="268794"/>
            <a:ext cx="632305" cy="1606552"/>
            <a:chOff x="10224385" y="954724"/>
            <a:chExt cx="1324087" cy="3364228"/>
          </a:xfrm>
        </p:grpSpPr>
        <p:sp>
          <p:nvSpPr>
            <p:cNvPr id="22" name="Freeform 80">
              <a:extLst>
                <a:ext uri="{FF2B5EF4-FFF2-40B4-BE49-F238E27FC236}">
                  <a16:creationId xmlns:a16="http://schemas.microsoft.com/office/drawing/2014/main" id="{66CD91DA-BDB8-476E-8111-2918188D6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3" name="Freeform 84">
              <a:extLst>
                <a:ext uri="{FF2B5EF4-FFF2-40B4-BE49-F238E27FC236}">
                  <a16:creationId xmlns:a16="http://schemas.microsoft.com/office/drawing/2014/main" id="{576CF7BA-63E8-47BF-AB8E-E9134BE8E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4" name="Freeform 87">
              <a:extLst>
                <a:ext uri="{FF2B5EF4-FFF2-40B4-BE49-F238E27FC236}">
                  <a16:creationId xmlns:a16="http://schemas.microsoft.com/office/drawing/2014/main" id="{C0C95E2B-D068-4E18-85DE-266A42E6C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348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0C8-7CF7-DC10-AD32-44D13316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ga ik volgende sprint doen?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7790-5159-9103-A468-78A2CEDA3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4078656"/>
          </a:xfrm>
        </p:spPr>
        <p:txBody>
          <a:bodyPr>
            <a:normAutofit/>
          </a:bodyPr>
          <a:lstStyle/>
          <a:p>
            <a:r>
              <a:rPr lang="nl-NL" noProof="0" dirty="0"/>
              <a:t>Site maken:</a:t>
            </a:r>
          </a:p>
          <a:p>
            <a:pPr lvl="1"/>
            <a:r>
              <a:rPr lang="nl-NL" noProof="0" dirty="0"/>
              <a:t>Het aanmaken van een site doe opgestart kan worden.</a:t>
            </a:r>
          </a:p>
          <a:p>
            <a:r>
              <a:rPr lang="nl-NL" noProof="0" dirty="0"/>
              <a:t>Log in en </a:t>
            </a:r>
            <a:r>
              <a:rPr lang="nl-NL" noProof="0" dirty="0" err="1"/>
              <a:t>sign</a:t>
            </a:r>
            <a:r>
              <a:rPr lang="nl-NL" noProof="0" dirty="0"/>
              <a:t>-up opzetten:</a:t>
            </a:r>
          </a:p>
          <a:p>
            <a:pPr lvl="1"/>
            <a:r>
              <a:rPr lang="nl-NL" noProof="0" dirty="0"/>
              <a:t>Zorgen dat je een account kan aanmaken.</a:t>
            </a:r>
          </a:p>
          <a:p>
            <a:pPr lvl="1"/>
            <a:r>
              <a:rPr lang="nl-NL" noProof="0" dirty="0"/>
              <a:t>Zorgen dat je kan inloggen op je account.</a:t>
            </a:r>
          </a:p>
          <a:p>
            <a:r>
              <a:rPr lang="nl-NL" noProof="0" dirty="0"/>
              <a:t>Database opzetten:</a:t>
            </a:r>
          </a:p>
          <a:p>
            <a:pPr lvl="1"/>
            <a:r>
              <a:rPr lang="nl-NL" noProof="0" dirty="0"/>
              <a:t>Het opzetten van een database op basis van de ERD.</a:t>
            </a:r>
          </a:p>
          <a:p>
            <a:r>
              <a:rPr lang="nl-NL" noProof="0" dirty="0"/>
              <a:t>Toevoegen van </a:t>
            </a:r>
            <a:r>
              <a:rPr lang="nl-NL" noProof="0" dirty="0" err="1"/>
              <a:t>admin</a:t>
            </a:r>
            <a:r>
              <a:rPr lang="nl-NL" noProof="0" dirty="0"/>
              <a:t> specifieke features:</a:t>
            </a:r>
          </a:p>
          <a:p>
            <a:pPr lvl="1"/>
            <a:r>
              <a:rPr lang="nl-NL" noProof="0" dirty="0"/>
              <a:t>De site veranderd op basis of de gebruiker een </a:t>
            </a:r>
            <a:r>
              <a:rPr lang="nl-NL" noProof="0" dirty="0" err="1"/>
              <a:t>admin</a:t>
            </a:r>
            <a:r>
              <a:rPr lang="nl-NL" noProof="0" dirty="0"/>
              <a:t> is.</a:t>
            </a:r>
          </a:p>
        </p:txBody>
      </p:sp>
    </p:spTree>
    <p:extLst>
      <p:ext uri="{BB962C8B-B14F-4D97-AF65-F5344CB8AC3E}">
        <p14:creationId xmlns:p14="http://schemas.microsoft.com/office/powerpoint/2010/main" val="949391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A5DA50-45EB-F77C-DCCD-F6B201CD8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nl-NL" sz="2500" noProof="0" dirty="0">
                <a:hlinkClick r:id="rId2"/>
              </a:rPr>
              <a:t>Sprint 2:</a:t>
            </a:r>
            <a:br>
              <a:rPr lang="nl-NL" sz="2500" noProof="0" dirty="0"/>
            </a:br>
            <a:br>
              <a:rPr lang="nl-NL" sz="2500" noProof="0" dirty="0"/>
            </a:br>
            <a:r>
              <a:rPr lang="nl-NL" sz="2500" noProof="0" dirty="0"/>
              <a:t>wat is er deze sprint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2D2B-9045-7494-5884-920B155F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6900137" cy="128251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1300" noProof="0" dirty="0"/>
              <a:t>Site gemaakt: dia 8</a:t>
            </a:r>
          </a:p>
          <a:p>
            <a:pPr>
              <a:lnSpc>
                <a:spcPct val="110000"/>
              </a:lnSpc>
            </a:pPr>
            <a:r>
              <a:rPr lang="nl-NL" sz="1300" noProof="0" dirty="0" err="1"/>
              <a:t>Back-end</a:t>
            </a:r>
            <a:r>
              <a:rPr lang="nl-NL" sz="1300" noProof="0" dirty="0"/>
              <a:t> opgezet: dia 9</a:t>
            </a:r>
          </a:p>
          <a:p>
            <a:pPr>
              <a:lnSpc>
                <a:spcPct val="110000"/>
              </a:lnSpc>
            </a:pPr>
            <a:r>
              <a:rPr lang="nl-NL" sz="1300" noProof="0" dirty="0"/>
              <a:t>Account </a:t>
            </a:r>
            <a:r>
              <a:rPr lang="nl-NL" sz="1300" noProof="0" dirty="0" err="1"/>
              <a:t>sign</a:t>
            </a:r>
            <a:r>
              <a:rPr lang="nl-NL" sz="1300" noProof="0" dirty="0"/>
              <a:t> up en login aangemaakt: dia 10 t/m 12</a:t>
            </a:r>
          </a:p>
          <a:p>
            <a:pPr>
              <a:lnSpc>
                <a:spcPct val="110000"/>
              </a:lnSpc>
            </a:pPr>
            <a:r>
              <a:rPr lang="nl-NL" sz="1300" noProof="0" dirty="0" err="1"/>
              <a:t>Admin</a:t>
            </a:r>
            <a:r>
              <a:rPr lang="nl-NL" sz="1300" noProof="0" dirty="0"/>
              <a:t> versie gemaakt: dia 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4A39B0-BD6F-7BFF-19D0-409AFDE37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89" b="15396"/>
          <a:stretch>
            <a:fillRect/>
          </a:stretch>
        </p:blipFill>
        <p:spPr>
          <a:xfrm>
            <a:off x="20" y="2096530"/>
            <a:ext cx="12191980" cy="4761472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97338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490388-8F15-4A9F-8704-8E14DA0A2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3CFA7B-4EED-471A-B381-E2451EB9F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7BB265-5BC6-48FC-5187-5114E30B8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0006" y="619199"/>
            <a:ext cx="8831988" cy="576000"/>
          </a:xfrm>
        </p:spPr>
        <p:txBody>
          <a:bodyPr vert="horz" wrap="square" lIns="0" tIns="0" rIns="0" bIns="0" rtlCol="0" anchor="t" anchorCtr="0">
            <a:normAutofit fontScale="90000"/>
          </a:bodyPr>
          <a:lstStyle/>
          <a:p>
            <a:pPr algn="ctr"/>
            <a:r>
              <a:rPr lang="nl-NL" spc="-100" noProof="0" dirty="0"/>
              <a:t>Site aanmaken:</a:t>
            </a:r>
            <a:br>
              <a:rPr lang="nl-NL" spc="-100" noProof="0" dirty="0"/>
            </a:br>
            <a:r>
              <a:rPr lang="nl-NL" spc="-100" noProof="0" dirty="0">
                <a:hlinkClick r:id="rId2"/>
              </a:rPr>
              <a:t>userstory</a:t>
            </a:r>
            <a:endParaRPr lang="nl-NL" spc="-100" noProof="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B9F6EC0-277F-44C6-B184-69E3E724F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23" name="Freeform 78">
              <a:extLst>
                <a:ext uri="{FF2B5EF4-FFF2-40B4-BE49-F238E27FC236}">
                  <a16:creationId xmlns:a16="http://schemas.microsoft.com/office/drawing/2014/main" id="{D79E25EA-5CD2-4144-9415-9CC18FEB7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4" name="Freeform 79">
              <a:extLst>
                <a:ext uri="{FF2B5EF4-FFF2-40B4-BE49-F238E27FC236}">
                  <a16:creationId xmlns:a16="http://schemas.microsoft.com/office/drawing/2014/main" id="{457F1A4D-A526-4256-A5DD-9A5CD5F8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85">
              <a:extLst>
                <a:ext uri="{FF2B5EF4-FFF2-40B4-BE49-F238E27FC236}">
                  <a16:creationId xmlns:a16="http://schemas.microsoft.com/office/drawing/2014/main" id="{E3AE5771-98BC-4643-B9B6-33050118EB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FF9E569-55E1-4A0E-AEEB-20938886C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09" y="268793"/>
            <a:ext cx="632305" cy="1606552"/>
            <a:chOff x="10224385" y="954724"/>
            <a:chExt cx="1324087" cy="3364228"/>
          </a:xfrm>
        </p:grpSpPr>
        <p:sp>
          <p:nvSpPr>
            <p:cNvPr id="28" name="Freeform 80">
              <a:extLst>
                <a:ext uri="{FF2B5EF4-FFF2-40B4-BE49-F238E27FC236}">
                  <a16:creationId xmlns:a16="http://schemas.microsoft.com/office/drawing/2014/main" id="{2C39201F-08AB-4151-8EE0-E3B2EA6036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9" name="Freeform 84">
              <a:extLst>
                <a:ext uri="{FF2B5EF4-FFF2-40B4-BE49-F238E27FC236}">
                  <a16:creationId xmlns:a16="http://schemas.microsoft.com/office/drawing/2014/main" id="{AE068D00-F662-49DA-B0B5-9B0CCA0F1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0" name="Freeform 87">
              <a:extLst>
                <a:ext uri="{FF2B5EF4-FFF2-40B4-BE49-F238E27FC236}">
                  <a16:creationId xmlns:a16="http://schemas.microsoft.com/office/drawing/2014/main" id="{723B256D-0F02-4528-AAB4-A818B7736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3B22E09-78B8-4CF9-9DB2-8887C3D1B1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36" y="2905725"/>
            <a:ext cx="4651947" cy="3128434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BDC1F3-FAC9-0D94-DF18-AE6449DE409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7417" y="3258839"/>
            <a:ext cx="5559168" cy="2737888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EF732A-1D78-B07A-95DB-5298AAD0B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711" y="1985067"/>
            <a:ext cx="4172016" cy="1178593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3F7077-487F-DC08-289B-1497C8F142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36" y="1985067"/>
            <a:ext cx="4600213" cy="816537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48368558-F8FD-4983-ABE2-B5E00F0BA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5731668" y="397669"/>
            <a:ext cx="728664" cy="12192001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29421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7B83CC-F90F-4ACC-B257-099F782DF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ADDBF-AAAB-47D2-ABFB-04A8B13D1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2797596E-1C85-4502-A66F-5628E719D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342615" y="342615"/>
            <a:ext cx="6858000" cy="6172768"/>
          </a:xfrm>
          <a:custGeom>
            <a:avLst/>
            <a:gdLst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4440498 w 6858000"/>
              <a:gd name="connsiteY4" fmla="*/ 5734742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0" fmla="*/ 6858000 w 6858000"/>
              <a:gd name="connsiteY0" fmla="*/ 0 h 5878098"/>
              <a:gd name="connsiteX1" fmla="*/ 6858000 w 6858000"/>
              <a:gd name="connsiteY1" fmla="*/ 5780582 h 5878098"/>
              <a:gd name="connsiteX2" fmla="*/ 6766523 w 6858000"/>
              <a:gd name="connsiteY2" fmla="*/ 5777266 h 5878098"/>
              <a:gd name="connsiteX3" fmla="*/ 5437222 w 6858000"/>
              <a:gd name="connsiteY3" fmla="*/ 5734742 h 5878098"/>
              <a:gd name="connsiteX4" fmla="*/ 4440498 w 6858000"/>
              <a:gd name="connsiteY4" fmla="*/ 5734742 h 5878098"/>
              <a:gd name="connsiteX5" fmla="*/ 582209 w 6858000"/>
              <a:gd name="connsiteY5" fmla="*/ 4121983 h 5878098"/>
              <a:gd name="connsiteX6" fmla="*/ 73548 w 6858000"/>
              <a:gd name="connsiteY6" fmla="*/ 3184291 h 5878098"/>
              <a:gd name="connsiteX7" fmla="*/ 0 w 6858000"/>
              <a:gd name="connsiteY7" fmla="*/ 2994994 h 5878098"/>
              <a:gd name="connsiteX8" fmla="*/ 0 w 6858000"/>
              <a:gd name="connsiteY8" fmla="*/ 0 h 5878098"/>
              <a:gd name="connsiteX9" fmla="*/ 6858000 w 6858000"/>
              <a:gd name="connsiteY9" fmla="*/ 0 h 5878098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959581 w 6858000"/>
              <a:gd name="connsiteY5" fmla="*/ 4373609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3010841 w 6858000"/>
              <a:gd name="connsiteY3" fmla="*/ 5469518 h 5780582"/>
              <a:gd name="connsiteX4" fmla="*/ 959581 w 6858000"/>
              <a:gd name="connsiteY4" fmla="*/ 4373609 h 5780582"/>
              <a:gd name="connsiteX5" fmla="*/ 0 w 6858000"/>
              <a:gd name="connsiteY5" fmla="*/ 2994994 h 5780582"/>
              <a:gd name="connsiteX6" fmla="*/ 0 w 6858000"/>
              <a:gd name="connsiteY6" fmla="*/ 0 h 5780582"/>
              <a:gd name="connsiteX7" fmla="*/ 6858000 w 6858000"/>
              <a:gd name="connsiteY7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264841 w 6858000"/>
              <a:gd name="connsiteY2" fmla="*/ 5442316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4516"/>
              <a:gd name="connsiteX1" fmla="*/ 6858000 w 6858000"/>
              <a:gd name="connsiteY1" fmla="*/ 5780582 h 5784516"/>
              <a:gd name="connsiteX2" fmla="*/ 3264841 w 6858000"/>
              <a:gd name="connsiteY2" fmla="*/ 5442316 h 5784516"/>
              <a:gd name="connsiteX3" fmla="*/ 959581 w 6858000"/>
              <a:gd name="connsiteY3" fmla="*/ 4373609 h 5784516"/>
              <a:gd name="connsiteX4" fmla="*/ 0 w 6858000"/>
              <a:gd name="connsiteY4" fmla="*/ 2994994 h 5784516"/>
              <a:gd name="connsiteX5" fmla="*/ 0 w 6858000"/>
              <a:gd name="connsiteY5" fmla="*/ 0 h 5784516"/>
              <a:gd name="connsiteX6" fmla="*/ 6858000 w 6858000"/>
              <a:gd name="connsiteY6" fmla="*/ 0 h 5784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5784516">
                <a:moveTo>
                  <a:pt x="6858000" y="0"/>
                </a:moveTo>
                <a:lnTo>
                  <a:pt x="6858000" y="5780582"/>
                </a:lnTo>
                <a:cubicBezTo>
                  <a:pt x="4704756" y="5812908"/>
                  <a:pt x="4198884" y="5641214"/>
                  <a:pt x="3264841" y="5442316"/>
                </a:cubicBezTo>
                <a:cubicBezTo>
                  <a:pt x="2330798" y="5243418"/>
                  <a:pt x="1503721" y="4781496"/>
                  <a:pt x="959581" y="4373609"/>
                </a:cubicBezTo>
                <a:cubicBezTo>
                  <a:pt x="415441" y="3965722"/>
                  <a:pt x="198635" y="3573180"/>
                  <a:pt x="0" y="2994994"/>
                </a:cubicBez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1D6296-85C3-A6B2-392B-3D79AA70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088" y="178620"/>
            <a:ext cx="3745160" cy="543911"/>
          </a:xfrm>
        </p:spPr>
        <p:txBody>
          <a:bodyPr>
            <a:normAutofit fontScale="90000"/>
          </a:bodyPr>
          <a:lstStyle/>
          <a:p>
            <a:pPr algn="ctr"/>
            <a:r>
              <a:rPr lang="nl-NL" noProof="0" dirty="0"/>
              <a:t>Back end opzetten: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 story</a:t>
            </a:r>
            <a:endParaRPr lang="nl-NL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3190AE-933F-C016-1DCC-0DCFBDA8F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440" y="1487814"/>
            <a:ext cx="4572078" cy="3628167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F3FA25-4C97-2E69-D06A-44BEBB2E8C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0541" y="1487814"/>
            <a:ext cx="5583687" cy="3950459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7FEAB7-D0A2-6910-BC95-B5F0B55AE7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440" y="5419024"/>
            <a:ext cx="3552450" cy="949922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D1B372-33C1-8769-EF37-C9B2E4C34687}"/>
              </a:ext>
            </a:extLst>
          </p:cNvPr>
          <p:cNvSpPr txBox="1"/>
          <p:nvPr/>
        </p:nvSpPr>
        <p:spPr>
          <a:xfrm>
            <a:off x="6477802" y="924025"/>
            <a:ext cx="549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ApplicationDbContect</a:t>
            </a:r>
            <a:r>
              <a:rPr lang="nl-NL" noProof="0" dirty="0"/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C6A43-04B3-5B15-C9C1-7DFD6FFC07D0}"/>
              </a:ext>
            </a:extLst>
          </p:cNvPr>
          <p:cNvSpPr txBox="1"/>
          <p:nvPr/>
        </p:nvSpPr>
        <p:spPr>
          <a:xfrm>
            <a:off x="1943284" y="1035818"/>
            <a:ext cx="3368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Table</a:t>
            </a:r>
            <a:r>
              <a:rPr lang="nl-NL" noProof="0" dirty="0"/>
              <a:t> file voorbeeld: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83321-CB6D-6608-9295-69DAE69FD4C6}"/>
              </a:ext>
            </a:extLst>
          </p:cNvPr>
          <p:cNvSpPr txBox="1"/>
          <p:nvPr/>
        </p:nvSpPr>
        <p:spPr>
          <a:xfrm>
            <a:off x="1409884" y="5100347"/>
            <a:ext cx="3368842" cy="335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Table</a:t>
            </a:r>
            <a:r>
              <a:rPr lang="nl-NL" noProof="0" dirty="0"/>
              <a:t> file inrichting:</a:t>
            </a:r>
          </a:p>
        </p:txBody>
      </p:sp>
    </p:spTree>
    <p:extLst>
      <p:ext uri="{BB962C8B-B14F-4D97-AF65-F5344CB8AC3E}">
        <p14:creationId xmlns:p14="http://schemas.microsoft.com/office/powerpoint/2010/main" val="318766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DAA115-A05B-97DE-6FBF-FC83C3212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C0C29A1-775B-480C-811E-D7C93B2C55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12DE82-4110-4229-8285-ECA82E14A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E62921-7792-FBFF-DE95-1B47D968F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409238" cy="1477328"/>
          </a:xfrm>
        </p:spPr>
        <p:txBody>
          <a:bodyPr>
            <a:normAutofit/>
          </a:bodyPr>
          <a:lstStyle/>
          <a:p>
            <a:r>
              <a:rPr lang="nl-NL" noProof="0" dirty="0"/>
              <a:t>Account </a:t>
            </a:r>
            <a:r>
              <a:rPr lang="nl-NL" noProof="0" dirty="0" err="1"/>
              <a:t>sign</a:t>
            </a:r>
            <a:r>
              <a:rPr lang="nl-NL" noProof="0" dirty="0"/>
              <a:t>-up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 story</a:t>
            </a:r>
            <a:endParaRPr lang="nl-NL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11CCA3-AC13-BF07-AE52-6DB7B4BA04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986" r="16916" b="3"/>
          <a:stretch>
            <a:fillRect/>
          </a:stretch>
        </p:blipFill>
        <p:spPr>
          <a:xfrm>
            <a:off x="20" y="2377440"/>
            <a:ext cx="5626080" cy="4480547"/>
          </a:xfrm>
          <a:custGeom>
            <a:avLst/>
            <a:gdLst/>
            <a:ahLst/>
            <a:cxnLst/>
            <a:rect l="l" t="t" r="r" b="b"/>
            <a:pathLst>
              <a:path w="6096000" h="4350654">
                <a:moveTo>
                  <a:pt x="1562954" y="527"/>
                </a:moveTo>
                <a:cubicBezTo>
                  <a:pt x="1661920" y="-296"/>
                  <a:pt x="1764108" y="-209"/>
                  <a:pt x="1869435" y="1176"/>
                </a:cubicBezTo>
                <a:cubicBezTo>
                  <a:pt x="2150307" y="4869"/>
                  <a:pt x="2453503" y="17798"/>
                  <a:pt x="2777467" y="47348"/>
                </a:cubicBezTo>
                <a:cubicBezTo>
                  <a:pt x="3574917" y="106450"/>
                  <a:pt x="5070133" y="-11753"/>
                  <a:pt x="5701446" y="32573"/>
                </a:cubicBezTo>
                <a:cubicBezTo>
                  <a:pt x="5759594" y="37421"/>
                  <a:pt x="5891078" y="40502"/>
                  <a:pt x="6079683" y="42182"/>
                </a:cubicBezTo>
                <a:lnTo>
                  <a:pt x="6096000" y="42290"/>
                </a:lnTo>
                <a:lnTo>
                  <a:pt x="6096000" y="4350654"/>
                </a:lnTo>
                <a:lnTo>
                  <a:pt x="0" y="4350654"/>
                </a:lnTo>
                <a:lnTo>
                  <a:pt x="0" y="18776"/>
                </a:lnTo>
                <a:lnTo>
                  <a:pt x="147225" y="29356"/>
                </a:lnTo>
                <a:cubicBezTo>
                  <a:pt x="491333" y="43121"/>
                  <a:pt x="969157" y="5461"/>
                  <a:pt x="1562954" y="527"/>
                </a:cubicBez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F38575-9B1D-C2EF-5E2A-01DDD9B05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41" t="-2990" r="13905" b="-1"/>
          <a:stretch>
            <a:fillRect/>
          </a:stretch>
        </p:blipFill>
        <p:spPr>
          <a:xfrm>
            <a:off x="5626101" y="2377440"/>
            <a:ext cx="6565900" cy="4480587"/>
          </a:xfrm>
          <a:custGeom>
            <a:avLst/>
            <a:gdLst/>
            <a:ahLst/>
            <a:cxnLst/>
            <a:rect l="l" t="t" r="r" b="b"/>
            <a:pathLst>
              <a:path w="6096000" h="4350419">
                <a:moveTo>
                  <a:pt x="6096000" y="0"/>
                </a:moveTo>
                <a:lnTo>
                  <a:pt x="6096000" y="4350419"/>
                </a:lnTo>
                <a:lnTo>
                  <a:pt x="0" y="4350419"/>
                </a:lnTo>
                <a:lnTo>
                  <a:pt x="0" y="42055"/>
                </a:lnTo>
                <a:lnTo>
                  <a:pt x="135593" y="42951"/>
                </a:lnTo>
                <a:cubicBezTo>
                  <a:pt x="1366646" y="48664"/>
                  <a:pt x="4319001" y="11938"/>
                  <a:pt x="5996894" y="628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80564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991C066-AC4D-4E9D-B3B3-3BCEC4CD8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B37042-5917-483B-8420-94B65970A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F226A6-7AD0-F888-4EBA-C52A16162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199"/>
            <a:ext cx="8831988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r>
              <a:rPr lang="nl-NL" spc="-100" noProof="0" dirty="0"/>
              <a:t>Account </a:t>
            </a:r>
            <a:r>
              <a:rPr lang="nl-NL" spc="-100" noProof="0" dirty="0" err="1"/>
              <a:t>sign</a:t>
            </a:r>
            <a:r>
              <a:rPr lang="nl-NL" spc="-100" noProof="0" dirty="0"/>
              <a:t>-up background code:</a:t>
            </a:r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13FA3211-8731-425C-9A21-D94837462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" y="2543175"/>
            <a:ext cx="12191090" cy="4314826"/>
          </a:xfrm>
          <a:custGeom>
            <a:avLst/>
            <a:gdLst>
              <a:gd name="connsiteX0" fmla="*/ 2945853 w 12191090"/>
              <a:gd name="connsiteY0" fmla="*/ 0 h 4430825"/>
              <a:gd name="connsiteX1" fmla="*/ 8211918 w 12191090"/>
              <a:gd name="connsiteY1" fmla="*/ 91920 h 4430825"/>
              <a:gd name="connsiteX2" fmla="*/ 8964214 w 12191090"/>
              <a:gd name="connsiteY2" fmla="*/ 105051 h 4430825"/>
              <a:gd name="connsiteX3" fmla="*/ 9716509 w 12191090"/>
              <a:gd name="connsiteY3" fmla="*/ 118183 h 4430825"/>
              <a:gd name="connsiteX4" fmla="*/ 10920181 w 12191090"/>
              <a:gd name="connsiteY4" fmla="*/ 139193 h 4430825"/>
              <a:gd name="connsiteX5" fmla="*/ 12130833 w 12191090"/>
              <a:gd name="connsiteY5" fmla="*/ 97164 h 4430825"/>
              <a:gd name="connsiteX6" fmla="*/ 12191090 w 12191090"/>
              <a:gd name="connsiteY6" fmla="*/ 95072 h 4430825"/>
              <a:gd name="connsiteX7" fmla="*/ 12191090 w 12191090"/>
              <a:gd name="connsiteY7" fmla="*/ 4430825 h 4430825"/>
              <a:gd name="connsiteX8" fmla="*/ 10305 w 12191090"/>
              <a:gd name="connsiteY8" fmla="*/ 4430825 h 4430825"/>
              <a:gd name="connsiteX9" fmla="*/ 0 w 12191090"/>
              <a:gd name="connsiteY9" fmla="*/ 42862 h 4430825"/>
              <a:gd name="connsiteX10" fmla="*/ 105174 w 12191090"/>
              <a:gd name="connsiteY10" fmla="*/ 44699 h 4430825"/>
              <a:gd name="connsiteX11" fmla="*/ 837780 w 12191090"/>
              <a:gd name="connsiteY11" fmla="*/ 57486 h 4430825"/>
              <a:gd name="connsiteX12" fmla="*/ 1439616 w 12191090"/>
              <a:gd name="connsiteY12" fmla="*/ 67992 h 4430825"/>
              <a:gd name="connsiteX13" fmla="*/ 2945853 w 12191090"/>
              <a:gd name="connsiteY13" fmla="*/ 0 h 443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1090" h="4430825">
                <a:moveTo>
                  <a:pt x="2945853" y="0"/>
                </a:moveTo>
                <a:cubicBezTo>
                  <a:pt x="2945853" y="0"/>
                  <a:pt x="2945853" y="0"/>
                  <a:pt x="8211918" y="91920"/>
                </a:cubicBezTo>
                <a:cubicBezTo>
                  <a:pt x="8362379" y="94546"/>
                  <a:pt x="8663297" y="99800"/>
                  <a:pt x="8964214" y="105051"/>
                </a:cubicBezTo>
                <a:cubicBezTo>
                  <a:pt x="9265134" y="110304"/>
                  <a:pt x="9415591" y="112930"/>
                  <a:pt x="9716509" y="118183"/>
                </a:cubicBezTo>
                <a:cubicBezTo>
                  <a:pt x="9716509" y="118183"/>
                  <a:pt x="9716509" y="118183"/>
                  <a:pt x="10920181" y="139193"/>
                </a:cubicBezTo>
                <a:cubicBezTo>
                  <a:pt x="10920181" y="139193"/>
                  <a:pt x="10920181" y="139193"/>
                  <a:pt x="12130833" y="97164"/>
                </a:cubicBezTo>
                <a:lnTo>
                  <a:pt x="12191090" y="95072"/>
                </a:lnTo>
                <a:lnTo>
                  <a:pt x="12191090" y="4430825"/>
                </a:lnTo>
                <a:lnTo>
                  <a:pt x="10305" y="4430825"/>
                </a:lnTo>
                <a:lnTo>
                  <a:pt x="0" y="42862"/>
                </a:lnTo>
                <a:lnTo>
                  <a:pt x="105174" y="44699"/>
                </a:lnTo>
                <a:cubicBezTo>
                  <a:pt x="365244" y="49238"/>
                  <a:pt x="612091" y="53547"/>
                  <a:pt x="837780" y="57486"/>
                </a:cubicBezTo>
                <a:cubicBezTo>
                  <a:pt x="837780" y="57486"/>
                  <a:pt x="837780" y="57486"/>
                  <a:pt x="1439616" y="67992"/>
                </a:cubicBezTo>
                <a:cubicBezTo>
                  <a:pt x="1439616" y="67992"/>
                  <a:pt x="1439616" y="67992"/>
                  <a:pt x="2945853" y="0"/>
                </a:cubicBez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E3F2538-5DE6-889E-9E87-7AA3D1C824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05" y="2832100"/>
            <a:ext cx="4952661" cy="3305901"/>
          </a:xfrm>
          <a:custGeom>
            <a:avLst/>
            <a:gdLst/>
            <a:ahLst/>
            <a:cxnLst/>
            <a:rect l="l" t="t" r="r" b="b"/>
            <a:pathLst>
              <a:path w="5184162" h="3501162">
                <a:moveTo>
                  <a:pt x="0" y="0"/>
                </a:moveTo>
                <a:lnTo>
                  <a:pt x="5184162" y="0"/>
                </a:lnTo>
                <a:lnTo>
                  <a:pt x="5184162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48DF0F-BD4D-E3AA-E449-CEBF164C4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836" y="2832100"/>
            <a:ext cx="5632489" cy="3092946"/>
          </a:xfrm>
          <a:custGeom>
            <a:avLst/>
            <a:gdLst/>
            <a:ahLst/>
            <a:cxnLst/>
            <a:rect l="l" t="t" r="r" b="b"/>
            <a:pathLst>
              <a:path w="5184163" h="3501162">
                <a:moveTo>
                  <a:pt x="0" y="0"/>
                </a:moveTo>
                <a:lnTo>
                  <a:pt x="5184163" y="0"/>
                </a:lnTo>
                <a:lnTo>
                  <a:pt x="5184163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3253D1B-E69B-5C7A-2456-658F300E17D8}"/>
              </a:ext>
            </a:extLst>
          </p:cNvPr>
          <p:cNvSpPr txBox="1"/>
          <p:nvPr/>
        </p:nvSpPr>
        <p:spPr>
          <a:xfrm>
            <a:off x="523005" y="2044700"/>
            <a:ext cx="4952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Opzetten van input model: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0BCEBF-3324-6BA4-FA8A-25D89756BCA7}"/>
              </a:ext>
            </a:extLst>
          </p:cNvPr>
          <p:cNvSpPr txBox="1"/>
          <p:nvPr/>
        </p:nvSpPr>
        <p:spPr>
          <a:xfrm>
            <a:off x="6150161" y="2133640"/>
            <a:ext cx="4952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Aanmaken van account met inputdata:</a:t>
            </a:r>
          </a:p>
        </p:txBody>
      </p:sp>
    </p:spTree>
    <p:extLst>
      <p:ext uri="{BB962C8B-B14F-4D97-AF65-F5344CB8AC3E}">
        <p14:creationId xmlns:p14="http://schemas.microsoft.com/office/powerpoint/2010/main" val="316242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D2893E-BAF2-0CAC-6E38-D0FD8637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7CEA0FD-D2CC-4855-B1FA-4C5B659BB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AA15C4-2282-4C62-BADE-41D57265F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E380A7-8AB0-AF49-6766-A9E6BF9EF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27" y="696569"/>
            <a:ext cx="9492866" cy="956656"/>
          </a:xfrm>
        </p:spPr>
        <p:txBody>
          <a:bodyPr vert="horz" wrap="square" lIns="0" tIns="0" rIns="0" bIns="0" rtlCol="0" anchor="b" anchorCtr="0">
            <a:normAutofit fontScale="90000"/>
          </a:bodyPr>
          <a:lstStyle/>
          <a:p>
            <a:pPr algn="ctr"/>
            <a:r>
              <a:rPr lang="nl-NL" spc="-100" noProof="0" dirty="0"/>
              <a:t>Account login</a:t>
            </a:r>
            <a:br>
              <a:rPr lang="nl-NL" spc="-100" noProof="0" dirty="0"/>
            </a:br>
            <a:r>
              <a:rPr lang="nl-NL" spc="-100" noProof="0" dirty="0">
                <a:hlinkClick r:id="rId2"/>
              </a:rPr>
              <a:t>userstory</a:t>
            </a:r>
            <a:endParaRPr lang="nl-NL" spc="-100" noProof="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8F3AECA-1E28-4DB0-901D-747B82759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19" name="Freeform 78">
              <a:extLst>
                <a:ext uri="{FF2B5EF4-FFF2-40B4-BE49-F238E27FC236}">
                  <a16:creationId xmlns:a16="http://schemas.microsoft.com/office/drawing/2014/main" id="{F137E6B0-A1AA-47FF-AAB8-9E5D6B701C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0" name="Freeform 79">
              <a:extLst>
                <a:ext uri="{FF2B5EF4-FFF2-40B4-BE49-F238E27FC236}">
                  <a16:creationId xmlns:a16="http://schemas.microsoft.com/office/drawing/2014/main" id="{F72FB821-5AF0-4EA1-B84B-D5E12D833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1" name="Freeform 85">
              <a:extLst>
                <a:ext uri="{FF2B5EF4-FFF2-40B4-BE49-F238E27FC236}">
                  <a16:creationId xmlns:a16="http://schemas.microsoft.com/office/drawing/2014/main" id="{DFE0F740-8A45-42B9-BEF6-A75329504F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214C51D-3B74-4CCB-82B8-A184460F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10" y="268794"/>
            <a:ext cx="632305" cy="1606552"/>
            <a:chOff x="10224385" y="954724"/>
            <a:chExt cx="1324087" cy="3364228"/>
          </a:xfrm>
        </p:grpSpPr>
        <p:sp>
          <p:nvSpPr>
            <p:cNvPr id="24" name="Freeform 80">
              <a:extLst>
                <a:ext uri="{FF2B5EF4-FFF2-40B4-BE49-F238E27FC236}">
                  <a16:creationId xmlns:a16="http://schemas.microsoft.com/office/drawing/2014/main" id="{66CD91DA-BDB8-476E-8111-2918188D6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84">
              <a:extLst>
                <a:ext uri="{FF2B5EF4-FFF2-40B4-BE49-F238E27FC236}">
                  <a16:creationId xmlns:a16="http://schemas.microsoft.com/office/drawing/2014/main" id="{576CF7BA-63E8-47BF-AB8E-E9134BE8E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6" name="Freeform 87">
              <a:extLst>
                <a:ext uri="{FF2B5EF4-FFF2-40B4-BE49-F238E27FC236}">
                  <a16:creationId xmlns:a16="http://schemas.microsoft.com/office/drawing/2014/main" id="{C0C95E2B-D068-4E18-85DE-266A42E6C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613F3963-915E-4812-8B39-BE6EA7CC8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4524375" y="-809624"/>
            <a:ext cx="3143251" cy="12192001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25B2ED-7ECC-9CB7-10F7-2E08444482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26" b="1"/>
          <a:stretch>
            <a:fillRect/>
          </a:stretch>
        </p:blipFill>
        <p:spPr>
          <a:xfrm>
            <a:off x="20" y="2124078"/>
            <a:ext cx="6095980" cy="3995722"/>
          </a:xfrm>
          <a:custGeom>
            <a:avLst/>
            <a:gdLst/>
            <a:ahLst/>
            <a:cxnLst/>
            <a:rect l="l" t="t" r="r" b="b"/>
            <a:pathLst>
              <a:path w="6096000" h="3995722">
                <a:moveTo>
                  <a:pt x="4189346" y="67"/>
                </a:moveTo>
                <a:cubicBezTo>
                  <a:pt x="4643147" y="-473"/>
                  <a:pt x="5171226" y="2329"/>
                  <a:pt x="5733892" y="7237"/>
                </a:cubicBezTo>
                <a:lnTo>
                  <a:pt x="6096000" y="10756"/>
                </a:lnTo>
                <a:lnTo>
                  <a:pt x="6096000" y="3995722"/>
                </a:lnTo>
                <a:lnTo>
                  <a:pt x="5973301" y="3993885"/>
                </a:lnTo>
                <a:cubicBezTo>
                  <a:pt x="5528708" y="3987229"/>
                  <a:pt x="4882026" y="3977548"/>
                  <a:pt x="3941397" y="3963467"/>
                </a:cubicBezTo>
                <a:cubicBezTo>
                  <a:pt x="3941397" y="3963467"/>
                  <a:pt x="3941397" y="3963467"/>
                  <a:pt x="1332721" y="3963467"/>
                </a:cubicBezTo>
                <a:cubicBezTo>
                  <a:pt x="1232387" y="3963467"/>
                  <a:pt x="831053" y="3963467"/>
                  <a:pt x="329384" y="3963467"/>
                </a:cubicBezTo>
                <a:lnTo>
                  <a:pt x="0" y="3969926"/>
                </a:lnTo>
                <a:lnTo>
                  <a:pt x="0" y="40691"/>
                </a:lnTo>
                <a:lnTo>
                  <a:pt x="20858" y="40713"/>
                </a:lnTo>
                <a:cubicBezTo>
                  <a:pt x="1271033" y="41633"/>
                  <a:pt x="2406326" y="39179"/>
                  <a:pt x="2925316" y="19546"/>
                </a:cubicBezTo>
                <a:cubicBezTo>
                  <a:pt x="3184813" y="6458"/>
                  <a:pt x="3630821" y="732"/>
                  <a:pt x="4189346" y="67"/>
                </a:cubicBez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9170E4-B5EA-9421-1B33-ECFE1DDAC5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4" r="29282" b="-1"/>
          <a:stretch>
            <a:fillRect/>
          </a:stretch>
        </p:blipFill>
        <p:spPr>
          <a:xfrm>
            <a:off x="6096000" y="2134836"/>
            <a:ext cx="6096000" cy="3997771"/>
          </a:xfrm>
          <a:custGeom>
            <a:avLst/>
            <a:gdLst/>
            <a:ahLst/>
            <a:cxnLst/>
            <a:rect l="l" t="t" r="r" b="b"/>
            <a:pathLst>
              <a:path w="6096000" h="3997771">
                <a:moveTo>
                  <a:pt x="0" y="0"/>
                </a:moveTo>
                <a:lnTo>
                  <a:pt x="210618" y="2047"/>
                </a:lnTo>
                <a:cubicBezTo>
                  <a:pt x="2535878" y="26753"/>
                  <a:pt x="5202862" y="78595"/>
                  <a:pt x="5671395" y="78595"/>
                </a:cubicBezTo>
                <a:cubicBezTo>
                  <a:pt x="5770707" y="78595"/>
                  <a:pt x="5857607" y="78595"/>
                  <a:pt x="5933645" y="78595"/>
                </a:cubicBezTo>
                <a:lnTo>
                  <a:pt x="6096000" y="78595"/>
                </a:lnTo>
                <a:lnTo>
                  <a:pt x="6096000" y="3975098"/>
                </a:lnTo>
                <a:lnTo>
                  <a:pt x="6095997" y="3975098"/>
                </a:lnTo>
                <a:lnTo>
                  <a:pt x="6095997" y="3963663"/>
                </a:lnTo>
                <a:lnTo>
                  <a:pt x="6088243" y="3963714"/>
                </a:lnTo>
                <a:cubicBezTo>
                  <a:pt x="5074126" y="3970314"/>
                  <a:pt x="3451540" y="3980874"/>
                  <a:pt x="855408" y="3997771"/>
                </a:cubicBezTo>
                <a:cubicBezTo>
                  <a:pt x="855408" y="3997771"/>
                  <a:pt x="855408" y="3997771"/>
                  <a:pt x="4709" y="3985036"/>
                </a:cubicBezTo>
                <a:lnTo>
                  <a:pt x="0" y="3984966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35707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7B83CC-F90F-4ACC-B257-099F782DF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ADDBF-AAAB-47D2-ABFB-04A8B13D1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2797596E-1C85-4502-A66F-5628E719D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342615" y="342615"/>
            <a:ext cx="6858000" cy="6172768"/>
          </a:xfrm>
          <a:custGeom>
            <a:avLst/>
            <a:gdLst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4440498 w 6858000"/>
              <a:gd name="connsiteY4" fmla="*/ 5734742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0" fmla="*/ 6858000 w 6858000"/>
              <a:gd name="connsiteY0" fmla="*/ 0 h 5878098"/>
              <a:gd name="connsiteX1" fmla="*/ 6858000 w 6858000"/>
              <a:gd name="connsiteY1" fmla="*/ 5780582 h 5878098"/>
              <a:gd name="connsiteX2" fmla="*/ 6766523 w 6858000"/>
              <a:gd name="connsiteY2" fmla="*/ 5777266 h 5878098"/>
              <a:gd name="connsiteX3" fmla="*/ 5437222 w 6858000"/>
              <a:gd name="connsiteY3" fmla="*/ 5734742 h 5878098"/>
              <a:gd name="connsiteX4" fmla="*/ 4440498 w 6858000"/>
              <a:gd name="connsiteY4" fmla="*/ 5734742 h 5878098"/>
              <a:gd name="connsiteX5" fmla="*/ 582209 w 6858000"/>
              <a:gd name="connsiteY5" fmla="*/ 4121983 h 5878098"/>
              <a:gd name="connsiteX6" fmla="*/ 73548 w 6858000"/>
              <a:gd name="connsiteY6" fmla="*/ 3184291 h 5878098"/>
              <a:gd name="connsiteX7" fmla="*/ 0 w 6858000"/>
              <a:gd name="connsiteY7" fmla="*/ 2994994 h 5878098"/>
              <a:gd name="connsiteX8" fmla="*/ 0 w 6858000"/>
              <a:gd name="connsiteY8" fmla="*/ 0 h 5878098"/>
              <a:gd name="connsiteX9" fmla="*/ 6858000 w 6858000"/>
              <a:gd name="connsiteY9" fmla="*/ 0 h 5878098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959581 w 6858000"/>
              <a:gd name="connsiteY5" fmla="*/ 4373609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3010841 w 6858000"/>
              <a:gd name="connsiteY3" fmla="*/ 5469518 h 5780582"/>
              <a:gd name="connsiteX4" fmla="*/ 959581 w 6858000"/>
              <a:gd name="connsiteY4" fmla="*/ 4373609 h 5780582"/>
              <a:gd name="connsiteX5" fmla="*/ 0 w 6858000"/>
              <a:gd name="connsiteY5" fmla="*/ 2994994 h 5780582"/>
              <a:gd name="connsiteX6" fmla="*/ 0 w 6858000"/>
              <a:gd name="connsiteY6" fmla="*/ 0 h 5780582"/>
              <a:gd name="connsiteX7" fmla="*/ 6858000 w 6858000"/>
              <a:gd name="connsiteY7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264841 w 6858000"/>
              <a:gd name="connsiteY2" fmla="*/ 5442316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4516"/>
              <a:gd name="connsiteX1" fmla="*/ 6858000 w 6858000"/>
              <a:gd name="connsiteY1" fmla="*/ 5780582 h 5784516"/>
              <a:gd name="connsiteX2" fmla="*/ 3264841 w 6858000"/>
              <a:gd name="connsiteY2" fmla="*/ 5442316 h 5784516"/>
              <a:gd name="connsiteX3" fmla="*/ 959581 w 6858000"/>
              <a:gd name="connsiteY3" fmla="*/ 4373609 h 5784516"/>
              <a:gd name="connsiteX4" fmla="*/ 0 w 6858000"/>
              <a:gd name="connsiteY4" fmla="*/ 2994994 h 5784516"/>
              <a:gd name="connsiteX5" fmla="*/ 0 w 6858000"/>
              <a:gd name="connsiteY5" fmla="*/ 0 h 5784516"/>
              <a:gd name="connsiteX6" fmla="*/ 6858000 w 6858000"/>
              <a:gd name="connsiteY6" fmla="*/ 0 h 5784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5784516">
                <a:moveTo>
                  <a:pt x="6858000" y="0"/>
                </a:moveTo>
                <a:lnTo>
                  <a:pt x="6858000" y="5780582"/>
                </a:lnTo>
                <a:cubicBezTo>
                  <a:pt x="4704756" y="5812908"/>
                  <a:pt x="4198884" y="5641214"/>
                  <a:pt x="3264841" y="5442316"/>
                </a:cubicBezTo>
                <a:cubicBezTo>
                  <a:pt x="2330798" y="5243418"/>
                  <a:pt x="1503721" y="4781496"/>
                  <a:pt x="959581" y="4373609"/>
                </a:cubicBezTo>
                <a:cubicBezTo>
                  <a:pt x="415441" y="3965722"/>
                  <a:pt x="198635" y="3573180"/>
                  <a:pt x="0" y="2994994"/>
                </a:cubicBez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7752A7-341C-FB65-6897-A8B40DA3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5015638" cy="1476000"/>
          </a:xfrm>
        </p:spPr>
        <p:txBody>
          <a:bodyPr>
            <a:normAutofit/>
          </a:bodyPr>
          <a:lstStyle/>
          <a:p>
            <a:pPr algn="ctr"/>
            <a:r>
              <a:rPr lang="nl-NL" noProof="0" dirty="0" err="1"/>
              <a:t>Admin</a:t>
            </a:r>
            <a:r>
              <a:rPr lang="nl-NL" noProof="0" dirty="0"/>
              <a:t> versie van de site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userstory</a:t>
            </a:r>
            <a:endParaRPr lang="nl-NL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6DA907-EE5F-743D-C687-9667B9E25A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9049" y="2271797"/>
            <a:ext cx="5367276" cy="1476000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971D08-9DAB-53FB-B23E-88BF6F10C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85" y="2262600"/>
            <a:ext cx="5466670" cy="1476000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2970D1-A4A2-7105-4589-0C8BD79E45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5515752"/>
            <a:ext cx="2327820" cy="368962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3C08C3-BFD8-8E79-F5E1-969565393F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81" y="4542468"/>
            <a:ext cx="2327820" cy="364127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B59D3A7-263F-9E98-C939-35B16DD03AFC}"/>
              </a:ext>
            </a:extLst>
          </p:cNvPr>
          <p:cNvSpPr txBox="1"/>
          <p:nvPr/>
        </p:nvSpPr>
        <p:spPr>
          <a:xfrm>
            <a:off x="314485" y="4173135"/>
            <a:ext cx="306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Voor normale gebruikers: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AA1CC-8F75-E682-972E-8230228B0832}"/>
              </a:ext>
            </a:extLst>
          </p:cNvPr>
          <p:cNvSpPr txBox="1"/>
          <p:nvPr/>
        </p:nvSpPr>
        <p:spPr>
          <a:xfrm>
            <a:off x="416085" y="5112935"/>
            <a:ext cx="306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Voor </a:t>
            </a:r>
            <a:r>
              <a:rPr lang="nl-NL" noProof="0" dirty="0" err="1"/>
              <a:t>admins</a:t>
            </a:r>
            <a:r>
              <a:rPr lang="nl-NL" noProof="0" dirty="0"/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B55547-40BB-3AC5-B8A9-57E95C9CDBF3}"/>
              </a:ext>
            </a:extLst>
          </p:cNvPr>
          <p:cNvSpPr txBox="1"/>
          <p:nvPr/>
        </p:nvSpPr>
        <p:spPr>
          <a:xfrm>
            <a:off x="1432908" y="1871594"/>
            <a:ext cx="3589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Hoe connectie gemaakt wordt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339DA8-ACC2-C3C9-2188-858E91A67628}"/>
              </a:ext>
            </a:extLst>
          </p:cNvPr>
          <p:cNvSpPr txBox="1"/>
          <p:nvPr/>
        </p:nvSpPr>
        <p:spPr>
          <a:xfrm>
            <a:off x="6868610" y="1881759"/>
            <a:ext cx="4528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Hoe gecheckt word of je </a:t>
            </a:r>
            <a:r>
              <a:rPr lang="nl-NL" noProof="0" dirty="0" err="1"/>
              <a:t>admin</a:t>
            </a:r>
            <a:r>
              <a:rPr lang="nl-NL" noProof="0" dirty="0"/>
              <a:t> een bent</a:t>
            </a:r>
          </a:p>
        </p:txBody>
      </p:sp>
    </p:spTree>
    <p:extLst>
      <p:ext uri="{BB962C8B-B14F-4D97-AF65-F5344CB8AC3E}">
        <p14:creationId xmlns:p14="http://schemas.microsoft.com/office/powerpoint/2010/main" val="3798509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D340-2F8B-53F0-C8C4-3A03CCAF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A8819-461D-65B1-F3E0-8CACF8BB0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ga ik volgende sprint doen?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40240-8A93-96ED-098E-6A7C95455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4078656"/>
          </a:xfrm>
        </p:spPr>
        <p:txBody>
          <a:bodyPr>
            <a:normAutofit/>
          </a:bodyPr>
          <a:lstStyle/>
          <a:p>
            <a:r>
              <a:rPr lang="nl-NL" noProof="0" dirty="0" err="1"/>
              <a:t>Sign</a:t>
            </a:r>
            <a:r>
              <a:rPr lang="nl-NL" noProof="0" dirty="0"/>
              <a:t>-up aanpassen:</a:t>
            </a:r>
          </a:p>
          <a:p>
            <a:pPr lvl="1"/>
            <a:r>
              <a:rPr lang="nl-NL" noProof="0" dirty="0" err="1"/>
              <a:t>Sign</a:t>
            </a:r>
            <a:r>
              <a:rPr lang="nl-NL" noProof="0" dirty="0"/>
              <a:t>-up aanpassen van de basis template</a:t>
            </a:r>
          </a:p>
          <a:p>
            <a:r>
              <a:rPr lang="nl-NL" noProof="0" dirty="0"/>
              <a:t>User data halen uit de database:</a:t>
            </a:r>
          </a:p>
          <a:p>
            <a:pPr lvl="1"/>
            <a:r>
              <a:rPr lang="nl-NL" noProof="0" dirty="0"/>
              <a:t>Ervoor zorgen dat ik user data kan laten zien op de site</a:t>
            </a:r>
          </a:p>
          <a:p>
            <a:r>
              <a:rPr lang="nl-NL" noProof="0" dirty="0"/>
              <a:t>Automatische rol </a:t>
            </a:r>
            <a:r>
              <a:rPr lang="nl-NL" noProof="0" dirty="0" err="1"/>
              <a:t>aanmaker</a:t>
            </a:r>
            <a:r>
              <a:rPr lang="nl-NL" noProof="0" dirty="0"/>
              <a:t>:</a:t>
            </a:r>
          </a:p>
          <a:p>
            <a:pPr lvl="1"/>
            <a:r>
              <a:rPr lang="nl-NL" noProof="0" dirty="0"/>
              <a:t>Ervoor zorgen dat rollen automatisch worden aangemaakt met het maken van een account.</a:t>
            </a:r>
          </a:p>
        </p:txBody>
      </p:sp>
    </p:spTree>
    <p:extLst>
      <p:ext uri="{BB962C8B-B14F-4D97-AF65-F5344CB8AC3E}">
        <p14:creationId xmlns:p14="http://schemas.microsoft.com/office/powerpoint/2010/main" val="1462320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1304B-B37C-468E-D920-814417144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r>
              <a:rPr lang="nl-NL" noProof="0" dirty="0">
                <a:hlinkClick r:id="rId2"/>
              </a:rPr>
              <a:t>Sprint 3:</a:t>
            </a:r>
            <a:endParaRPr lang="nl-NL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1923C0D-E880-6E7E-4483-970533DA0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7570018" cy="1282513"/>
          </a:xfrm>
        </p:spPr>
        <p:txBody>
          <a:bodyPr>
            <a:normAutofit lnSpcReduction="10000"/>
          </a:bodyPr>
          <a:lstStyle/>
          <a:p>
            <a:r>
              <a:rPr lang="nl-NL" noProof="0" dirty="0" err="1"/>
              <a:t>Sign</a:t>
            </a:r>
            <a:r>
              <a:rPr lang="nl-NL" noProof="0" dirty="0"/>
              <a:t>-up pagina aanpassen: dia 16 t/m 18</a:t>
            </a:r>
          </a:p>
          <a:p>
            <a:r>
              <a:rPr lang="nl-NL" noProof="0" dirty="0"/>
              <a:t>automatische accountrollen: dia 19 t/m 21</a:t>
            </a:r>
          </a:p>
          <a:p>
            <a:r>
              <a:rPr lang="nl-NL" noProof="0" dirty="0"/>
              <a:t>Gebruiker data zichtbaar op site: 22 t/m 24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3CB3CE-175F-34CA-4508-3FDE8F9A0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45"/>
          <a:stretch>
            <a:fillRect/>
          </a:stretch>
        </p:blipFill>
        <p:spPr>
          <a:xfrm>
            <a:off x="20" y="2584536"/>
            <a:ext cx="12191980" cy="4273465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B3C614-AE9E-D47A-8BBD-01561C7CA9D0}"/>
              </a:ext>
            </a:extLst>
          </p:cNvPr>
          <p:cNvSpPr txBox="1"/>
          <p:nvPr/>
        </p:nvSpPr>
        <p:spPr>
          <a:xfrm>
            <a:off x="0" y="1274856"/>
            <a:ext cx="44179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Sprint doel:</a:t>
            </a:r>
          </a:p>
          <a:p>
            <a:r>
              <a:rPr lang="nl-NL" sz="1200" noProof="0" dirty="0"/>
              <a:t>Gebruikers kunnen hun account meer personaliseren en data bekijken</a:t>
            </a:r>
            <a:r>
              <a:rPr lang="nl-NL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44690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604B-BF79-5761-B41A-06DAF75BB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</a:t>
            </a:r>
            <a:r>
              <a:rPr lang="nl-NL" noProof="0" dirty="0" err="1"/>
              <a:t>sign</a:t>
            </a:r>
            <a:r>
              <a:rPr lang="nl-NL" noProof="0" dirty="0"/>
              <a:t>-up pagina aanpassen van de basis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50A4A-7E24-BC79-17CE-82C15BB0D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Gebruikers kunnen een username invullen met het maken van een account</a:t>
            </a:r>
            <a:r>
              <a:rPr lang="nl-NL" noProof="0" dirty="0"/>
              <a:t>.</a:t>
            </a:r>
          </a:p>
          <a:p>
            <a:r>
              <a:rPr lang="nl-NL" noProof="0" dirty="0"/>
              <a:t>De nieuwe gegevens worden correct opgeslagen in de database.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0A372F-8349-BBD9-1B82-3AC55BDE8966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397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91C066-AC4D-4E9D-B3B3-3BCEC4CD8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B37042-5917-483B-8420-94B65970A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0C66EE-73D2-D442-FAB8-879CF0663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199"/>
            <a:ext cx="8831988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r>
              <a:rPr lang="nl-NL" spc="-100" noProof="0" dirty="0"/>
              <a:t>Hoe ziet het er uit:</a:t>
            </a: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13FA3211-8731-425C-9A21-D94837462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" y="2543175"/>
            <a:ext cx="12191090" cy="4314826"/>
          </a:xfrm>
          <a:custGeom>
            <a:avLst/>
            <a:gdLst>
              <a:gd name="connsiteX0" fmla="*/ 2945853 w 12191090"/>
              <a:gd name="connsiteY0" fmla="*/ 0 h 4430825"/>
              <a:gd name="connsiteX1" fmla="*/ 8211918 w 12191090"/>
              <a:gd name="connsiteY1" fmla="*/ 91920 h 4430825"/>
              <a:gd name="connsiteX2" fmla="*/ 8964214 w 12191090"/>
              <a:gd name="connsiteY2" fmla="*/ 105051 h 4430825"/>
              <a:gd name="connsiteX3" fmla="*/ 9716509 w 12191090"/>
              <a:gd name="connsiteY3" fmla="*/ 118183 h 4430825"/>
              <a:gd name="connsiteX4" fmla="*/ 10920181 w 12191090"/>
              <a:gd name="connsiteY4" fmla="*/ 139193 h 4430825"/>
              <a:gd name="connsiteX5" fmla="*/ 12130833 w 12191090"/>
              <a:gd name="connsiteY5" fmla="*/ 97164 h 4430825"/>
              <a:gd name="connsiteX6" fmla="*/ 12191090 w 12191090"/>
              <a:gd name="connsiteY6" fmla="*/ 95072 h 4430825"/>
              <a:gd name="connsiteX7" fmla="*/ 12191090 w 12191090"/>
              <a:gd name="connsiteY7" fmla="*/ 4430825 h 4430825"/>
              <a:gd name="connsiteX8" fmla="*/ 10305 w 12191090"/>
              <a:gd name="connsiteY8" fmla="*/ 4430825 h 4430825"/>
              <a:gd name="connsiteX9" fmla="*/ 0 w 12191090"/>
              <a:gd name="connsiteY9" fmla="*/ 42862 h 4430825"/>
              <a:gd name="connsiteX10" fmla="*/ 105174 w 12191090"/>
              <a:gd name="connsiteY10" fmla="*/ 44699 h 4430825"/>
              <a:gd name="connsiteX11" fmla="*/ 837780 w 12191090"/>
              <a:gd name="connsiteY11" fmla="*/ 57486 h 4430825"/>
              <a:gd name="connsiteX12" fmla="*/ 1439616 w 12191090"/>
              <a:gd name="connsiteY12" fmla="*/ 67992 h 4430825"/>
              <a:gd name="connsiteX13" fmla="*/ 2945853 w 12191090"/>
              <a:gd name="connsiteY13" fmla="*/ 0 h 443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1090" h="4430825">
                <a:moveTo>
                  <a:pt x="2945853" y="0"/>
                </a:moveTo>
                <a:cubicBezTo>
                  <a:pt x="2945853" y="0"/>
                  <a:pt x="2945853" y="0"/>
                  <a:pt x="8211918" y="91920"/>
                </a:cubicBezTo>
                <a:cubicBezTo>
                  <a:pt x="8362379" y="94546"/>
                  <a:pt x="8663297" y="99800"/>
                  <a:pt x="8964214" y="105051"/>
                </a:cubicBezTo>
                <a:cubicBezTo>
                  <a:pt x="9265134" y="110304"/>
                  <a:pt x="9415591" y="112930"/>
                  <a:pt x="9716509" y="118183"/>
                </a:cubicBezTo>
                <a:cubicBezTo>
                  <a:pt x="9716509" y="118183"/>
                  <a:pt x="9716509" y="118183"/>
                  <a:pt x="10920181" y="139193"/>
                </a:cubicBezTo>
                <a:cubicBezTo>
                  <a:pt x="10920181" y="139193"/>
                  <a:pt x="10920181" y="139193"/>
                  <a:pt x="12130833" y="97164"/>
                </a:cubicBezTo>
                <a:lnTo>
                  <a:pt x="12191090" y="95072"/>
                </a:lnTo>
                <a:lnTo>
                  <a:pt x="12191090" y="4430825"/>
                </a:lnTo>
                <a:lnTo>
                  <a:pt x="10305" y="4430825"/>
                </a:lnTo>
                <a:lnTo>
                  <a:pt x="0" y="42862"/>
                </a:lnTo>
                <a:lnTo>
                  <a:pt x="105174" y="44699"/>
                </a:lnTo>
                <a:cubicBezTo>
                  <a:pt x="365244" y="49238"/>
                  <a:pt x="612091" y="53547"/>
                  <a:pt x="837780" y="57486"/>
                </a:cubicBezTo>
                <a:cubicBezTo>
                  <a:pt x="837780" y="57486"/>
                  <a:pt x="837780" y="57486"/>
                  <a:pt x="1439616" y="67992"/>
                </a:cubicBezTo>
                <a:cubicBezTo>
                  <a:pt x="1439616" y="67992"/>
                  <a:pt x="1439616" y="67992"/>
                  <a:pt x="2945853" y="0"/>
                </a:cubicBez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AE5E3C-672B-F5AC-2366-CE3183845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46" y="3249613"/>
            <a:ext cx="3081868" cy="2888388"/>
          </a:xfrm>
          <a:custGeom>
            <a:avLst/>
            <a:gdLst/>
            <a:ahLst/>
            <a:cxnLst/>
            <a:rect l="l" t="t" r="r" b="b"/>
            <a:pathLst>
              <a:path w="5184162" h="3501162">
                <a:moveTo>
                  <a:pt x="0" y="0"/>
                </a:moveTo>
                <a:lnTo>
                  <a:pt x="5184162" y="0"/>
                </a:lnTo>
                <a:lnTo>
                  <a:pt x="5184162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4432C1-1027-0DBD-39D1-058757AB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12" t="4840" r="10848" b="34571"/>
          <a:stretch>
            <a:fillRect/>
          </a:stretch>
        </p:blipFill>
        <p:spPr>
          <a:xfrm>
            <a:off x="5764866" y="3249613"/>
            <a:ext cx="5925312" cy="2322576"/>
          </a:xfrm>
          <a:custGeom>
            <a:avLst/>
            <a:gdLst/>
            <a:ahLst/>
            <a:cxnLst/>
            <a:rect l="l" t="t" r="r" b="b"/>
            <a:pathLst>
              <a:path w="5184163" h="3501162">
                <a:moveTo>
                  <a:pt x="0" y="0"/>
                </a:moveTo>
                <a:lnTo>
                  <a:pt x="5184163" y="0"/>
                </a:lnTo>
                <a:lnTo>
                  <a:pt x="5184163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C5A319-BAD5-895E-13B6-250037DEF003}"/>
              </a:ext>
            </a:extLst>
          </p:cNvPr>
          <p:cNvSpPr txBox="1"/>
          <p:nvPr/>
        </p:nvSpPr>
        <p:spPr>
          <a:xfrm>
            <a:off x="1771146" y="2685448"/>
            <a:ext cx="3081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oud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60187-4697-F2F1-F3DC-2C81EDA00C03}"/>
              </a:ext>
            </a:extLst>
          </p:cNvPr>
          <p:cNvSpPr txBox="1"/>
          <p:nvPr/>
        </p:nvSpPr>
        <p:spPr>
          <a:xfrm>
            <a:off x="7186588" y="2880281"/>
            <a:ext cx="3081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nieuw</a:t>
            </a:r>
          </a:p>
        </p:txBody>
      </p:sp>
    </p:spTree>
    <p:extLst>
      <p:ext uri="{BB962C8B-B14F-4D97-AF65-F5344CB8AC3E}">
        <p14:creationId xmlns:p14="http://schemas.microsoft.com/office/powerpoint/2010/main" val="297856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C38F0AE-660A-47F0-8626-BCA791FC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0993A2-6628-4B47-A888-19FCE1A19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DEF80-E315-10BA-6427-2833D75A3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r>
              <a:rPr lang="nl-NL" noProof="0" dirty="0"/>
              <a:t>Code:</a:t>
            </a:r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C27C1BEB-0B53-40C1-BFC6-73739970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 flipH="1">
            <a:off x="4524373" y="-809624"/>
            <a:ext cx="3143251" cy="12192000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71821BA-EDF8-A547-405A-14D7D9593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1"/>
          <a:stretch>
            <a:fillRect/>
          </a:stretch>
        </p:blipFill>
        <p:spPr>
          <a:xfrm>
            <a:off x="595513" y="2644544"/>
            <a:ext cx="5248396" cy="3245436"/>
          </a:xfrm>
          <a:custGeom>
            <a:avLst/>
            <a:gdLst/>
            <a:ahLst/>
            <a:cxnLst/>
            <a:rect l="l" t="t" r="r" b="b"/>
            <a:pathLst>
              <a:path w="5248396" h="3245436">
                <a:moveTo>
                  <a:pt x="2983219" y="25"/>
                </a:moveTo>
                <a:cubicBezTo>
                  <a:pt x="3804299" y="-1722"/>
                  <a:pt x="4514018" y="90213"/>
                  <a:pt x="4900118" y="514090"/>
                </a:cubicBezTo>
                <a:cubicBezTo>
                  <a:pt x="5508369" y="1182086"/>
                  <a:pt x="5357962" y="3139882"/>
                  <a:pt x="4146352" y="3188354"/>
                </a:cubicBezTo>
                <a:cubicBezTo>
                  <a:pt x="3699712" y="3250178"/>
                  <a:pt x="3631930" y="3248995"/>
                  <a:pt x="3254286" y="3242404"/>
                </a:cubicBezTo>
                <a:cubicBezTo>
                  <a:pt x="2595831" y="3230910"/>
                  <a:pt x="2304986" y="3245916"/>
                  <a:pt x="1704630" y="3235437"/>
                </a:cubicBezTo>
                <a:cubicBezTo>
                  <a:pt x="-513335" y="3226512"/>
                  <a:pt x="-526880" y="118118"/>
                  <a:pt x="1430854" y="52881"/>
                </a:cubicBezTo>
                <a:cubicBezTo>
                  <a:pt x="1957833" y="35846"/>
                  <a:pt x="2490571" y="1073"/>
                  <a:pt x="2983219" y="25"/>
                </a:cubicBez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CA7403-6AD5-3B5B-7713-8A6CF5828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987" b="-1"/>
          <a:stretch>
            <a:fillRect/>
          </a:stretch>
        </p:blipFill>
        <p:spPr>
          <a:xfrm>
            <a:off x="6189964" y="2691745"/>
            <a:ext cx="5337945" cy="3250163"/>
          </a:xfrm>
          <a:custGeom>
            <a:avLst/>
            <a:gdLst/>
            <a:ahLst/>
            <a:cxnLst/>
            <a:rect l="l" t="t" r="r" b="b"/>
            <a:pathLst>
              <a:path w="5337945" h="3250163">
                <a:moveTo>
                  <a:pt x="1917442" y="13"/>
                </a:moveTo>
                <a:cubicBezTo>
                  <a:pt x="2496512" y="346"/>
                  <a:pt x="3762377" y="7612"/>
                  <a:pt x="3896424" y="21471"/>
                </a:cubicBezTo>
                <a:cubicBezTo>
                  <a:pt x="4061405" y="38529"/>
                  <a:pt x="4683810" y="177196"/>
                  <a:pt x="4892573" y="482583"/>
                </a:cubicBezTo>
                <a:cubicBezTo>
                  <a:pt x="5089738" y="678517"/>
                  <a:pt x="5330512" y="1152814"/>
                  <a:pt x="5337644" y="1561409"/>
                </a:cubicBezTo>
                <a:cubicBezTo>
                  <a:pt x="5348255" y="2169318"/>
                  <a:pt x="5076281" y="2682471"/>
                  <a:pt x="4981700" y="2813716"/>
                </a:cubicBezTo>
                <a:cubicBezTo>
                  <a:pt x="4887118" y="2944961"/>
                  <a:pt x="4445989" y="3201880"/>
                  <a:pt x="3952089" y="3210501"/>
                </a:cubicBezTo>
                <a:cubicBezTo>
                  <a:pt x="3661560" y="3215572"/>
                  <a:pt x="2044455" y="3253767"/>
                  <a:pt x="1695646" y="3249887"/>
                </a:cubicBezTo>
                <a:cubicBezTo>
                  <a:pt x="1356521" y="3245838"/>
                  <a:pt x="657338" y="3148386"/>
                  <a:pt x="450488" y="2952621"/>
                </a:cubicBezTo>
                <a:cubicBezTo>
                  <a:pt x="154566" y="2648755"/>
                  <a:pt x="12724" y="2292356"/>
                  <a:pt x="199" y="1574824"/>
                </a:cubicBezTo>
                <a:cubicBezTo>
                  <a:pt x="-5019" y="1275853"/>
                  <a:pt x="92114" y="735845"/>
                  <a:pt x="377425" y="431802"/>
                </a:cubicBezTo>
                <a:cubicBezTo>
                  <a:pt x="672246" y="117624"/>
                  <a:pt x="1154722" y="9515"/>
                  <a:pt x="1648622" y="894"/>
                </a:cubicBezTo>
                <a:cubicBezTo>
                  <a:pt x="1686754" y="228"/>
                  <a:pt x="1783810" y="-64"/>
                  <a:pt x="1917442" y="1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407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DF9DF-F665-FAF4-86EE-AC18B59D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B8367-C088-B3AE-3017-D97E4C720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account rollen worden automatisch aangemaakt bij het maken van een account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423D9-0EDC-38F3-6592-A0CC46FCE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Bij het maken van een account word de rol van ‘User’ gegeven</a:t>
            </a:r>
          </a:p>
          <a:p>
            <a:r>
              <a:rPr lang="nl-NL" sz="1600" noProof="0" dirty="0"/>
              <a:t>Gebruiker kan zijn rol niet als </a:t>
            </a:r>
            <a:r>
              <a:rPr lang="nl-NL" sz="1600" noProof="0" dirty="0" err="1"/>
              <a:t>admin</a:t>
            </a:r>
            <a:r>
              <a:rPr lang="nl-NL" sz="1600" noProof="0" dirty="0"/>
              <a:t> zetten.</a:t>
            </a:r>
            <a:endParaRPr lang="nl-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06BFE-26E1-60C0-A39B-C784882BE388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22704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9506-DD8F-9BF4-3236-61403CF30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Hoe ziet de rollen er uit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3051B3-A2A3-65A4-02DC-1284B3D20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413" y="2257431"/>
            <a:ext cx="3305636" cy="523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1A345-BA64-DEF0-B31A-4C5FCE14A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933" y="2288736"/>
            <a:ext cx="3410426" cy="5334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BA1AB7-9B5B-4C97-64B6-4E014F9B9E1E}"/>
              </a:ext>
            </a:extLst>
          </p:cNvPr>
          <p:cNvSpPr txBox="1"/>
          <p:nvPr/>
        </p:nvSpPr>
        <p:spPr>
          <a:xfrm>
            <a:off x="7828933" y="1961992"/>
            <a:ext cx="3410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“user” account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BE282-9760-70CC-5507-41BF951E9BCF}"/>
              </a:ext>
            </a:extLst>
          </p:cNvPr>
          <p:cNvSpPr txBox="1"/>
          <p:nvPr/>
        </p:nvSpPr>
        <p:spPr>
          <a:xfrm>
            <a:off x="877018" y="1888099"/>
            <a:ext cx="3410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“</a:t>
            </a:r>
            <a:r>
              <a:rPr lang="nl-NL" noProof="0" dirty="0" err="1"/>
              <a:t>admin</a:t>
            </a:r>
            <a:r>
              <a:rPr lang="nl-NL" noProof="0" dirty="0"/>
              <a:t>” account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15A74F-87E7-7013-9FFE-3F7297B6C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737" y="5162023"/>
            <a:ext cx="5580826" cy="15306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13F80D-0BE8-9F77-3EA6-BAFF14BEE5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43" r="43703" b="39392"/>
          <a:stretch>
            <a:fillRect/>
          </a:stretch>
        </p:blipFill>
        <p:spPr>
          <a:xfrm>
            <a:off x="3616047" y="4761473"/>
            <a:ext cx="5100206" cy="23964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C9B0B72-699A-3220-208D-C5FAF4EE8759}"/>
              </a:ext>
            </a:extLst>
          </p:cNvPr>
          <p:cNvSpPr txBox="1"/>
          <p:nvPr/>
        </p:nvSpPr>
        <p:spPr>
          <a:xfrm>
            <a:off x="3592945" y="4351310"/>
            <a:ext cx="5089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725028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2D045-D89C-5453-08B1-953BD5864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29720-342E-A3AF-96C4-B2804B4BB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laten zien van userdata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2C518-473B-BBE1-8BF6-99C23EF86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Gebruiker data is beschikbaar in de omgeving</a:t>
            </a:r>
          </a:p>
          <a:p>
            <a:r>
              <a:rPr lang="nl-NL" sz="1600" noProof="0" dirty="0"/>
              <a:t>De opgeslagen data van een gebruiker kan gezien worden via zichtbaar gemaakt worden via de site.</a:t>
            </a:r>
          </a:p>
          <a:p>
            <a:endParaRPr lang="nl-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53E31-A348-2C4B-07D8-F51F1C5BB065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51664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5122-E151-6093-8607-9DD1563A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Hoe zit dit er out?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C240FA-C02E-8B48-3417-3C01BE484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0859" y="2301718"/>
            <a:ext cx="3410426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AFC46C-59F4-12DE-B77A-02CB20FB24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18" y="3991679"/>
            <a:ext cx="5909826" cy="25545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438599-0DA7-49D1-9BC7-504ADC6C591C}"/>
              </a:ext>
            </a:extLst>
          </p:cNvPr>
          <p:cNvSpPr txBox="1"/>
          <p:nvPr/>
        </p:nvSpPr>
        <p:spPr>
          <a:xfrm>
            <a:off x="1579418" y="1911862"/>
            <a:ext cx="4193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noProof="0" dirty="0"/>
              <a:t>Laten zien van de account naam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7BA60F-7CE3-929E-F713-ABE4406C2C61}"/>
              </a:ext>
            </a:extLst>
          </p:cNvPr>
          <p:cNvSpPr txBox="1"/>
          <p:nvPr/>
        </p:nvSpPr>
        <p:spPr>
          <a:xfrm>
            <a:off x="1579418" y="3437681"/>
            <a:ext cx="5846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noProof="0" dirty="0"/>
              <a:t>een accounts details pagina</a:t>
            </a:r>
          </a:p>
        </p:txBody>
      </p:sp>
    </p:spTree>
    <p:extLst>
      <p:ext uri="{BB962C8B-B14F-4D97-AF65-F5344CB8AC3E}">
        <p14:creationId xmlns:p14="http://schemas.microsoft.com/office/powerpoint/2010/main" val="2668165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7FD0D75-1382-4CB8-BFB1-972F6DF55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5424FD-F6A1-4096-9DD4-441185495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7817D6-DCD6-6DF6-254D-78AF6B8D7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4991961" cy="1476000"/>
          </a:xfrm>
        </p:spPr>
        <p:txBody>
          <a:bodyPr wrap="square" anchor="ctr">
            <a:normAutofit/>
          </a:bodyPr>
          <a:lstStyle/>
          <a:p>
            <a:r>
              <a:rPr lang="nl-NL" noProof="0" dirty="0"/>
              <a:t>Code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156A64D-334B-6778-78A5-99447FFE7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52700"/>
            <a:ext cx="4991962" cy="532245"/>
          </a:xfrm>
        </p:spPr>
        <p:txBody>
          <a:bodyPr>
            <a:normAutofit/>
          </a:bodyPr>
          <a:lstStyle/>
          <a:p>
            <a:r>
              <a:rPr lang="nl-NL" noProof="0" dirty="0"/>
              <a:t>Je maakt connectie met de database</a:t>
            </a: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D7E55FD5-B961-45FE-A940-4A462DE8C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 flipV="1">
            <a:off x="5867335" y="533334"/>
            <a:ext cx="6858000" cy="5791331"/>
          </a:xfrm>
          <a:custGeom>
            <a:avLst/>
            <a:gdLst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233764 w 6858000"/>
              <a:gd name="connsiteY5" fmla="*/ 19600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5791331">
                <a:moveTo>
                  <a:pt x="6858000" y="14535"/>
                </a:moveTo>
                <a:lnTo>
                  <a:pt x="6858000" y="5791331"/>
                </a:lnTo>
                <a:lnTo>
                  <a:pt x="0" y="5791330"/>
                </a:lnTo>
                <a:lnTo>
                  <a:pt x="0" y="0"/>
                </a:lnTo>
                <a:lnTo>
                  <a:pt x="145832" y="1175"/>
                </a:lnTo>
                <a:lnTo>
                  <a:pt x="2233764" y="19600"/>
                </a:lnTo>
                <a:cubicBezTo>
                  <a:pt x="2933352" y="33230"/>
                  <a:pt x="5032814" y="16325"/>
                  <a:pt x="6643031" y="15010"/>
                </a:cubicBezTo>
                <a:lnTo>
                  <a:pt x="6858000" y="14535"/>
                </a:ln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>
              <a:solidFill>
                <a:schemeClr val="lt1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F2200A-D895-1874-A844-11D1127A1B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91" t="87093" r="72664"/>
          <a:stretch>
            <a:fillRect/>
          </a:stretch>
        </p:blipFill>
        <p:spPr>
          <a:xfrm>
            <a:off x="7946838" y="4621645"/>
            <a:ext cx="2698994" cy="645340"/>
          </a:xfrm>
          <a:custGeom>
            <a:avLst/>
            <a:gdLst/>
            <a:ahLst/>
            <a:cxnLst/>
            <a:rect l="l" t="t" r="r" b="b"/>
            <a:pathLst>
              <a:path w="4295839" h="2524669">
                <a:moveTo>
                  <a:pt x="0" y="0"/>
                </a:moveTo>
                <a:lnTo>
                  <a:pt x="4295839" y="0"/>
                </a:lnTo>
                <a:lnTo>
                  <a:pt x="4295839" y="2524669"/>
                </a:lnTo>
                <a:lnTo>
                  <a:pt x="0" y="2524669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DBAD16-2E72-BB2E-5631-11865AD2D7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215" y="1489495"/>
            <a:ext cx="4486707" cy="1211410"/>
          </a:xfrm>
          <a:custGeom>
            <a:avLst/>
            <a:gdLst/>
            <a:ahLst/>
            <a:cxnLst/>
            <a:rect l="l" t="t" r="r" b="b"/>
            <a:pathLst>
              <a:path w="4295839" h="2524669">
                <a:moveTo>
                  <a:pt x="0" y="0"/>
                </a:moveTo>
                <a:lnTo>
                  <a:pt x="4295839" y="0"/>
                </a:lnTo>
                <a:lnTo>
                  <a:pt x="4295839" y="2524669"/>
                </a:lnTo>
                <a:lnTo>
                  <a:pt x="0" y="2524669"/>
                </a:lnTo>
                <a:close/>
              </a:path>
            </a:pathLst>
          </a:custGeom>
        </p:spPr>
      </p:pic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9823DB87-6FD9-C7A6-63C4-A1C7072F4AFA}"/>
              </a:ext>
            </a:extLst>
          </p:cNvPr>
          <p:cNvSpPr txBox="1">
            <a:spLocks/>
          </p:cNvSpPr>
          <p:nvPr/>
        </p:nvSpPr>
        <p:spPr>
          <a:xfrm>
            <a:off x="799370" y="4806231"/>
            <a:ext cx="4991962" cy="330483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noProof="0" dirty="0"/>
              <a:t>Je gebruikt de variabele + de data die je wilt</a:t>
            </a:r>
          </a:p>
        </p:txBody>
      </p:sp>
    </p:spTree>
    <p:extLst>
      <p:ext uri="{BB962C8B-B14F-4D97-AF65-F5344CB8AC3E}">
        <p14:creationId xmlns:p14="http://schemas.microsoft.com/office/powerpoint/2010/main" val="4040640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8D83A-CB83-C07E-6E34-AB893AE7B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Doel </a:t>
            </a:r>
            <a:r>
              <a:rPr lang="en-US" dirty="0" err="1"/>
              <a:t>voor</a:t>
            </a:r>
            <a:r>
              <a:rPr lang="en-US" dirty="0"/>
              <a:t> de </a:t>
            </a:r>
            <a:r>
              <a:rPr lang="en-US" dirty="0" err="1"/>
              <a:t>volgende</a:t>
            </a:r>
            <a:r>
              <a:rPr lang="en-US" dirty="0"/>
              <a:t> sprint?</a:t>
            </a:r>
            <a:br>
              <a:rPr lang="en-US" dirty="0"/>
            </a:br>
            <a:br>
              <a:rPr lang="en-US" dirty="0"/>
            </a:br>
            <a:r>
              <a:rPr lang="en-US" sz="2000" dirty="0"/>
              <a:t>Admins de </a:t>
            </a:r>
            <a:r>
              <a:rPr lang="en-US" sz="2000" dirty="0" err="1"/>
              <a:t>mogelijkheid</a:t>
            </a:r>
            <a:r>
              <a:rPr lang="en-US" sz="2000" dirty="0"/>
              <a:t> </a:t>
            </a:r>
            <a:r>
              <a:rPr lang="en-US" sz="2000" dirty="0" err="1"/>
              <a:t>geven</a:t>
            </a:r>
            <a:r>
              <a:rPr lang="en-US" sz="2000" dirty="0"/>
              <a:t> om </a:t>
            </a:r>
            <a:r>
              <a:rPr lang="en-US" sz="2000" dirty="0" err="1"/>
              <a:t>quizen</a:t>
            </a:r>
            <a:r>
              <a:rPr lang="en-US" sz="2000" dirty="0"/>
              <a:t> </a:t>
            </a:r>
            <a:r>
              <a:rPr lang="en-US" sz="2000" dirty="0" err="1"/>
              <a:t>te</a:t>
            </a:r>
            <a:r>
              <a:rPr lang="en-US" sz="2000" dirty="0"/>
              <a:t> </a:t>
            </a:r>
            <a:r>
              <a:rPr lang="en-US" sz="2000" dirty="0" err="1"/>
              <a:t>maken</a:t>
            </a:r>
            <a:endParaRPr lang="en-US" sz="20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F83273-7521-473C-4DF5-A7B3ED6549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1804227"/>
              </p:ext>
            </p:extLst>
          </p:nvPr>
        </p:nvGraphicFramePr>
        <p:xfrm>
          <a:off x="731837" y="3363636"/>
          <a:ext cx="10728325" cy="3227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CB79943-8C26-E775-BE96-EC1B79ED1F85}"/>
              </a:ext>
            </a:extLst>
          </p:cNvPr>
          <p:cNvSpPr txBox="1"/>
          <p:nvPr/>
        </p:nvSpPr>
        <p:spPr>
          <a:xfrm>
            <a:off x="731837" y="2646310"/>
            <a:ext cx="387927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User stories:</a:t>
            </a:r>
          </a:p>
        </p:txBody>
      </p:sp>
    </p:spTree>
    <p:extLst>
      <p:ext uri="{BB962C8B-B14F-4D97-AF65-F5344CB8AC3E}">
        <p14:creationId xmlns:p14="http://schemas.microsoft.com/office/powerpoint/2010/main" val="373756801"/>
      </p:ext>
    </p:extLst>
  </p:cSld>
  <p:clrMapOvr>
    <a:masterClrMapping/>
  </p:clrMapOvr>
</p:sld>
</file>

<file path=ppt/theme/theme1.xml><?xml version="1.0" encoding="utf-8"?>
<a:theme xmlns:a="http://schemas.openxmlformats.org/drawingml/2006/main" name="BlobVTI">
  <a:themeElements>
    <a:clrScheme name="Blob V2">
      <a:dk1>
        <a:sysClr val="windowText" lastClr="000000"/>
      </a:dk1>
      <a:lt1>
        <a:sysClr val="window" lastClr="FFFFFF"/>
      </a:lt1>
      <a:dk2>
        <a:srgbClr val="0B2827"/>
      </a:dk2>
      <a:lt2>
        <a:srgbClr val="DAE3E3"/>
      </a:lt2>
      <a:accent1>
        <a:srgbClr val="B495C2"/>
      </a:accent1>
      <a:accent2>
        <a:srgbClr val="767E37"/>
      </a:accent2>
      <a:accent3>
        <a:srgbClr val="8FA3A3"/>
      </a:accent3>
      <a:accent4>
        <a:srgbClr val="CE7F01"/>
      </a:accent4>
      <a:accent5>
        <a:srgbClr val="D15A29"/>
      </a:accent5>
      <a:accent6>
        <a:srgbClr val="B88470"/>
      </a:accent6>
      <a:hlink>
        <a:srgbClr val="B57001"/>
      </a:hlink>
      <a:folHlink>
        <a:srgbClr val="996209"/>
      </a:folHlink>
    </a:clrScheme>
    <a:fontScheme name="Blob">
      <a:majorFont>
        <a:latin typeface="Rockwell Nova Light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bVTI" id="{06D3AACF-B619-4265-899F-5E2FB3A445D5}" vid="{F5918863-BA1A-4735-81A8-3E7BFBDA847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530</TotalTime>
  <Words>578</Words>
  <Application>Microsoft Office PowerPoint</Application>
  <PresentationFormat>Widescreen</PresentationFormat>
  <Paragraphs>85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Avenir Next LT Pro</vt:lpstr>
      <vt:lpstr>Rockwell Nova Light</vt:lpstr>
      <vt:lpstr>The Hand Extrablack</vt:lpstr>
      <vt:lpstr>BlobVTI</vt:lpstr>
      <vt:lpstr>Sprint reviews project smarties</vt:lpstr>
      <vt:lpstr>Sprint 1:  Wat is gedaan deze sprint?</vt:lpstr>
      <vt:lpstr>Planning:</vt:lpstr>
      <vt:lpstr>Sprint 1:  user story: Figma design link naar Figma design</vt:lpstr>
      <vt:lpstr>Het maken van een ERD:</vt:lpstr>
      <vt:lpstr>Wat ga ik volgende sprint doen?</vt:lpstr>
      <vt:lpstr>Sprint 2:  wat is er deze sprint gedaan?</vt:lpstr>
      <vt:lpstr>Site aanmaken: userstory</vt:lpstr>
      <vt:lpstr>Back end opzetten: user story</vt:lpstr>
      <vt:lpstr>Account sign-up user story</vt:lpstr>
      <vt:lpstr>Account sign-up background code:</vt:lpstr>
      <vt:lpstr>Account login userstory</vt:lpstr>
      <vt:lpstr>Admin versie van de site userstory</vt:lpstr>
      <vt:lpstr>Wat ga ik volgende sprint doen?</vt:lpstr>
      <vt:lpstr>Sprint 3:</vt:lpstr>
      <vt:lpstr>User story: sign-up pagina aanpassen van de basis template</vt:lpstr>
      <vt:lpstr>Hoe ziet het er uit:</vt:lpstr>
      <vt:lpstr>Code:</vt:lpstr>
      <vt:lpstr>User story: account rollen worden automatisch aangemaakt bij het maken van een account</vt:lpstr>
      <vt:lpstr>Hoe ziet de rollen er uit</vt:lpstr>
      <vt:lpstr>User story: laten zien van userdata</vt:lpstr>
      <vt:lpstr>Hoe zit dit er out?</vt:lpstr>
      <vt:lpstr>Code</vt:lpstr>
      <vt:lpstr>Doel voor de volgende sprint?  Admins de mogelijkheid geven om quizen te maken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Niek Middel</cp:lastModifiedBy>
  <cp:revision>7</cp:revision>
  <dcterms:created xsi:type="dcterms:W3CDTF">2026-03-02T10:29:06Z</dcterms:created>
  <dcterms:modified xsi:type="dcterms:W3CDTF">2026-03-11T17:30:36Z</dcterms:modified>
</cp:coreProperties>
</file>