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</p:sldMasterIdLst>
  <p:sldIdLst>
    <p:sldId id="281" r:id="rId2"/>
    <p:sldId id="282" r:id="rId3"/>
    <p:sldId id="283" r:id="rId4"/>
    <p:sldId id="284" r:id="rId5"/>
    <p:sldId id="285" r:id="rId6"/>
    <p:sldId id="286" r:id="rId7"/>
    <p:sldId id="287" r:id="rId8"/>
    <p:sldId id="28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D7DED1-5BAB-682F-6827-2D3EA92B96CB}" v="365" dt="2026-03-02T10:47:57.539"/>
    <p1510:client id="{70A6B245-2C89-EBC9-6696-1C62E308EBBF}" v="114" dt="2026-03-02T10:56:57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ek Middel" userId="S::170564@student.talland.nl::9055e094-023c-4121-af77-f1411132f956" providerId="AD" clId="Web-{70A6B245-2C89-EBC9-6696-1C62E308EBBF}"/>
    <pc:docChg chg="addSld modSld">
      <pc:chgData name="Niek Middel" userId="S::170564@student.talland.nl::9055e094-023c-4121-af77-f1411132f956" providerId="AD" clId="Web-{70A6B245-2C89-EBC9-6696-1C62E308EBBF}" dt="2026-03-02T10:56:57.174" v="96"/>
      <pc:docMkLst>
        <pc:docMk/>
      </pc:docMkLst>
      <pc:sldChg chg="modSp">
        <pc:chgData name="Niek Middel" userId="S::170564@student.talland.nl::9055e094-023c-4121-af77-f1411132f956" providerId="AD" clId="Web-{70A6B245-2C89-EBC9-6696-1C62E308EBBF}" dt="2026-03-02T10:48:59.242" v="20" actId="20577"/>
        <pc:sldMkLst>
          <pc:docMk/>
          <pc:sldMk cId="2159444441" sldId="258"/>
        </pc:sldMkLst>
        <pc:spChg chg="mod">
          <ac:chgData name="Niek Middel" userId="S::170564@student.talland.nl::9055e094-023c-4121-af77-f1411132f956" providerId="AD" clId="Web-{70A6B245-2C89-EBC9-6696-1C62E308EBBF}" dt="2026-03-02T10:48:46.445" v="16" actId="20577"/>
          <ac:spMkLst>
            <pc:docMk/>
            <pc:sldMk cId="2159444441" sldId="258"/>
            <ac:spMk id="2" creationId="{3E20D1ED-2931-08C6-0B03-57D782E097F7}"/>
          </ac:spMkLst>
        </pc:spChg>
        <pc:spChg chg="mod">
          <ac:chgData name="Niek Middel" userId="S::170564@student.talland.nl::9055e094-023c-4121-af77-f1411132f956" providerId="AD" clId="Web-{70A6B245-2C89-EBC9-6696-1C62E308EBBF}" dt="2026-03-02T10:48:59.242" v="20" actId="20577"/>
          <ac:spMkLst>
            <pc:docMk/>
            <pc:sldMk cId="2159444441" sldId="258"/>
            <ac:spMk id="3" creationId="{A9709F20-3263-A7B4-CEE0-22111DF1FBAA}"/>
          </ac:spMkLst>
        </pc:spChg>
      </pc:sldChg>
      <pc:sldChg chg="addSp delSp modSp new mod modTransition setBg addAnim delAnim modAnim">
        <pc:chgData name="Niek Middel" userId="S::170564@student.talland.nl::9055e094-023c-4121-af77-f1411132f956" providerId="AD" clId="Web-{70A6B245-2C89-EBC9-6696-1C62E308EBBF}" dt="2026-03-02T10:56:57.174" v="96"/>
        <pc:sldMkLst>
          <pc:docMk/>
          <pc:sldMk cId="880153011" sldId="259"/>
        </pc:sldMkLst>
        <pc:spChg chg="mod">
          <ac:chgData name="Niek Middel" userId="S::170564@student.talland.nl::9055e094-023c-4121-af77-f1411132f956" providerId="AD" clId="Web-{70A6B245-2C89-EBC9-6696-1C62E308EBBF}" dt="2026-03-02T10:52:50.655" v="52"/>
          <ac:spMkLst>
            <pc:docMk/>
            <pc:sldMk cId="880153011" sldId="259"/>
            <ac:spMk id="2" creationId="{D11B3F5B-F8D3-5C15-587B-5FECA783AE52}"/>
          </ac:spMkLst>
        </pc:spChg>
        <pc:spChg chg="del">
          <ac:chgData name="Niek Middel" userId="S::170564@student.talland.nl::9055e094-023c-4121-af77-f1411132f956" providerId="AD" clId="Web-{70A6B245-2C89-EBC9-6696-1C62E308EBBF}" dt="2026-03-02T10:50:37.917" v="25"/>
          <ac:spMkLst>
            <pc:docMk/>
            <pc:sldMk cId="880153011" sldId="259"/>
            <ac:spMk id="3" creationId="{B6341F8E-EB37-577F-EEB6-B680D48C9E7B}"/>
          </ac:spMkLst>
        </pc:spChg>
        <pc:spChg chg="add mod">
          <ac:chgData name="Niek Middel" userId="S::170564@student.talland.nl::9055e094-023c-4121-af77-f1411132f956" providerId="AD" clId="Web-{70A6B245-2C89-EBC9-6696-1C62E308EBBF}" dt="2026-03-02T10:56:08.377" v="90" actId="1076"/>
          <ac:spMkLst>
            <pc:docMk/>
            <pc:sldMk cId="880153011" sldId="259"/>
            <ac:spMk id="7" creationId="{53C35456-8C67-21E3-64B3-3DB0B50E0C6D}"/>
          </ac:spMkLst>
        </pc:spChg>
        <pc:spChg chg="add del">
          <ac:chgData name="Niek Middel" userId="S::170564@student.talland.nl::9055e094-023c-4121-af77-f1411132f956" providerId="AD" clId="Web-{70A6B245-2C89-EBC9-6696-1C62E308EBBF}" dt="2026-03-02T10:52:50.655" v="52"/>
          <ac:spMkLst>
            <pc:docMk/>
            <pc:sldMk cId="880153011" sldId="259"/>
            <ac:spMk id="11" creationId="{09646535-AEF6-4883-A4F9-EEC1F8B4319E}"/>
          </ac:spMkLst>
        </pc:spChg>
        <pc:spChg chg="add del">
          <ac:chgData name="Niek Middel" userId="S::170564@student.talland.nl::9055e094-023c-4121-af77-f1411132f956" providerId="AD" clId="Web-{70A6B245-2C89-EBC9-6696-1C62E308EBBF}" dt="2026-03-02T10:52:50.655" v="52"/>
          <ac:spMkLst>
            <pc:docMk/>
            <pc:sldMk cId="880153011" sldId="259"/>
            <ac:spMk id="13" creationId="{16A965BF-6EBA-451C-9F67-78DB144347B8}"/>
          </ac:spMkLst>
        </pc:spChg>
        <pc:spChg chg="add del">
          <ac:chgData name="Niek Middel" userId="S::170564@student.talland.nl::9055e094-023c-4121-af77-f1411132f956" providerId="AD" clId="Web-{70A6B245-2C89-EBC9-6696-1C62E308EBBF}" dt="2026-03-02T10:52:50.655" v="52"/>
          <ac:spMkLst>
            <pc:docMk/>
            <pc:sldMk cId="880153011" sldId="259"/>
            <ac:spMk id="15" creationId="{47E27FD1-C42C-4144-BDB4-B26C897EAD22}"/>
          </ac:spMkLst>
        </pc:spChg>
        <pc:spChg chg="add del">
          <ac:chgData name="Niek Middel" userId="S::170564@student.talland.nl::9055e094-023c-4121-af77-f1411132f956" providerId="AD" clId="Web-{70A6B245-2C89-EBC9-6696-1C62E308EBBF}" dt="2026-03-02T10:52:50.655" v="52"/>
          <ac:spMkLst>
            <pc:docMk/>
            <pc:sldMk cId="880153011" sldId="259"/>
            <ac:spMk id="27" creationId="{61DBDC3E-EFBF-429B-957B-6C76FFB44963}"/>
          </ac:spMkLst>
        </pc:spChg>
        <pc:grpChg chg="add del">
          <ac:chgData name="Niek Middel" userId="S::170564@student.talland.nl::9055e094-023c-4121-af77-f1411132f956" providerId="AD" clId="Web-{70A6B245-2C89-EBC9-6696-1C62E308EBBF}" dt="2026-03-02T10:52:50.655" v="52"/>
          <ac:grpSpMkLst>
            <pc:docMk/>
            <pc:sldMk cId="880153011" sldId="259"/>
            <ac:grpSpMk id="17" creationId="{C8F3AECA-1E28-4DB0-901D-747B827596E9}"/>
          </ac:grpSpMkLst>
        </pc:grpChg>
        <pc:grpChg chg="add del">
          <ac:chgData name="Niek Middel" userId="S::170564@student.talland.nl::9055e094-023c-4121-af77-f1411132f956" providerId="AD" clId="Web-{70A6B245-2C89-EBC9-6696-1C62E308EBBF}" dt="2026-03-02T10:52:50.655" v="52"/>
          <ac:grpSpMkLst>
            <pc:docMk/>
            <pc:sldMk cId="880153011" sldId="259"/>
            <ac:grpSpMk id="22" creationId="{3214C51D-3B74-4CCB-82B8-A184460FCAA2}"/>
          </ac:grpSpMkLst>
        </pc:grpChg>
        <pc:picChg chg="add mod">
          <ac:chgData name="Niek Middel" userId="S::170564@student.talland.nl::9055e094-023c-4121-af77-f1411132f956" providerId="AD" clId="Web-{70A6B245-2C89-EBC9-6696-1C62E308EBBF}" dt="2026-03-02T10:54:10.281" v="64" actId="1076"/>
          <ac:picMkLst>
            <pc:docMk/>
            <pc:sldMk cId="880153011" sldId="259"/>
            <ac:picMk id="4" creationId="{6EA9F7BE-E6C2-77D6-7C7B-B33E2D02CC37}"/>
          </ac:picMkLst>
        </pc:picChg>
        <pc:picChg chg="add mod">
          <ac:chgData name="Niek Middel" userId="S::170564@student.talland.nl::9055e094-023c-4121-af77-f1411132f956" providerId="AD" clId="Web-{70A6B245-2C89-EBC9-6696-1C62E308EBBF}" dt="2026-03-02T10:55:52.814" v="88" actId="1076"/>
          <ac:picMkLst>
            <pc:docMk/>
            <pc:sldMk cId="880153011" sldId="259"/>
            <ac:picMk id="5" creationId="{F652E3C0-599F-4E66-8EC1-17FE5BA189AD}"/>
          </ac:picMkLst>
        </pc:picChg>
        <pc:picChg chg="add mod ord">
          <ac:chgData name="Niek Middel" userId="S::170564@student.talland.nl::9055e094-023c-4121-af77-f1411132f956" providerId="AD" clId="Web-{70A6B245-2C89-EBC9-6696-1C62E308EBBF}" dt="2026-03-02T10:56:02.908" v="89" actId="1076"/>
          <ac:picMkLst>
            <pc:docMk/>
            <pc:sldMk cId="880153011" sldId="259"/>
            <ac:picMk id="6" creationId="{F20DB6CF-EF9C-0EA4-AB3D-41DDAFE4728C}"/>
          </ac:picMkLst>
        </pc:picChg>
      </pc:sldChg>
    </pc:docChg>
  </pc:docChgLst>
  <pc:docChgLst>
    <pc:chgData name="Niek Middel" userId="S::170564@student.talland.nl::9055e094-023c-4121-af77-f1411132f956" providerId="AD" clId="Web-{4CD7DED1-5BAB-682F-6827-2D3EA92B96CB}"/>
    <pc:docChg chg="addSld modSld addMainMaster delMainMaster">
      <pc:chgData name="Niek Middel" userId="S::170564@student.talland.nl::9055e094-023c-4121-af77-f1411132f956" providerId="AD" clId="Web-{4CD7DED1-5BAB-682F-6827-2D3EA92B96CB}" dt="2026-03-02T10:47:57.539" v="361" actId="20577"/>
      <pc:docMkLst>
        <pc:docMk/>
      </pc:docMkLst>
      <pc:sldChg chg="addSp modSp mod setBg modClrScheme chgLayout">
        <pc:chgData name="Niek Middel" userId="S::170564@student.talland.nl::9055e094-023c-4121-af77-f1411132f956" providerId="AD" clId="Web-{4CD7DED1-5BAB-682F-6827-2D3EA92B96CB}" dt="2026-03-02T10:30:43.774" v="110" actId="20577"/>
        <pc:sldMkLst>
          <pc:docMk/>
          <pc:sldMk cId="109857222" sldId="256"/>
        </pc:sldMkLst>
        <pc:spChg chg="mod">
          <ac:chgData name="Niek Middel" userId="S::170564@student.talland.nl::9055e094-023c-4121-af77-f1411132f956" providerId="AD" clId="Web-{4CD7DED1-5BAB-682F-6827-2D3EA92B96CB}" dt="2026-03-02T10:29:43.852" v="40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Niek Middel" userId="S::170564@student.talland.nl::9055e094-023c-4121-af77-f1411132f956" providerId="AD" clId="Web-{4CD7DED1-5BAB-682F-6827-2D3EA92B96CB}" dt="2026-03-02T10:30:43.774" v="110" actId="20577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Niek Middel" userId="S::170564@student.talland.nl::9055e094-023c-4121-af77-f1411132f956" providerId="AD" clId="Web-{4CD7DED1-5BAB-682F-6827-2D3EA92B96CB}" dt="2026-03-02T10:29:24.492" v="0"/>
          <ac:spMkLst>
            <pc:docMk/>
            <pc:sldMk cId="109857222" sldId="256"/>
            <ac:spMk id="9" creationId="{54F3A7E8-6DA9-4C2B-ACC8-475F34DAEA1B}"/>
          </ac:spMkLst>
        </pc:spChg>
        <pc:spChg chg="add">
          <ac:chgData name="Niek Middel" userId="S::170564@student.talland.nl::9055e094-023c-4121-af77-f1411132f956" providerId="AD" clId="Web-{4CD7DED1-5BAB-682F-6827-2D3EA92B96CB}" dt="2026-03-02T10:29:24.492" v="0"/>
          <ac:spMkLst>
            <pc:docMk/>
            <pc:sldMk cId="109857222" sldId="256"/>
            <ac:spMk id="11" creationId="{5B21CDF0-4D24-4190-9285-9016C19C164F}"/>
          </ac:spMkLst>
        </pc:spChg>
        <pc:grpChg chg="add">
          <ac:chgData name="Niek Middel" userId="S::170564@student.talland.nl::9055e094-023c-4121-af77-f1411132f956" providerId="AD" clId="Web-{4CD7DED1-5BAB-682F-6827-2D3EA92B96CB}" dt="2026-03-02T10:29:24.492" v="0"/>
          <ac:grpSpMkLst>
            <pc:docMk/>
            <pc:sldMk cId="109857222" sldId="256"/>
            <ac:grpSpMk id="13" creationId="{3C9AA14C-80A4-427C-A911-28CD20C56E5E}"/>
          </ac:grpSpMkLst>
        </pc:grpChg>
        <pc:grpChg chg="add">
          <ac:chgData name="Niek Middel" userId="S::170564@student.talland.nl::9055e094-023c-4121-af77-f1411132f956" providerId="AD" clId="Web-{4CD7DED1-5BAB-682F-6827-2D3EA92B96CB}" dt="2026-03-02T10:29:24.492" v="0"/>
          <ac:grpSpMkLst>
            <pc:docMk/>
            <pc:sldMk cId="109857222" sldId="256"/>
            <ac:grpSpMk id="18" creationId="{F2FD01A0-E6FF-41CD-AEBD-279232B90D43}"/>
          </ac:grpSpMkLst>
        </pc:grpChg>
        <pc:picChg chg="add">
          <ac:chgData name="Niek Middel" userId="S::170564@student.talland.nl::9055e094-023c-4121-af77-f1411132f956" providerId="AD" clId="Web-{4CD7DED1-5BAB-682F-6827-2D3EA92B96CB}" dt="2026-03-02T10:29:24.492" v="0"/>
          <ac:picMkLst>
            <pc:docMk/>
            <pc:sldMk cId="109857222" sldId="256"/>
            <ac:picMk id="4" creationId="{1749B766-B55D-A362-2E5F-11F9A245E744}"/>
          </ac:picMkLst>
        </pc:picChg>
      </pc:sldChg>
      <pc:sldChg chg="addSp delSp modSp new mod setBg">
        <pc:chgData name="Niek Middel" userId="S::170564@student.talland.nl::9055e094-023c-4121-af77-f1411132f956" providerId="AD" clId="Web-{4CD7DED1-5BAB-682F-6827-2D3EA92B96CB}" dt="2026-03-02T10:46:14.554" v="324" actId="20577"/>
        <pc:sldMkLst>
          <pc:docMk/>
          <pc:sldMk cId="63613547" sldId="257"/>
        </pc:sldMkLst>
        <pc:spChg chg="mod ord">
          <ac:chgData name="Niek Middel" userId="S::170564@student.talland.nl::9055e094-023c-4121-af77-f1411132f956" providerId="AD" clId="Web-{4CD7DED1-5BAB-682F-6827-2D3EA92B96CB}" dt="2026-03-02T10:46:14.554" v="324" actId="20577"/>
          <ac:spMkLst>
            <pc:docMk/>
            <pc:sldMk cId="63613547" sldId="257"/>
            <ac:spMk id="2" creationId="{AED78EB8-38B8-7738-0B0D-451E8EC84D55}"/>
          </ac:spMkLst>
        </pc:spChg>
        <pc:spChg chg="del">
          <ac:chgData name="Niek Middel" userId="S::170564@student.talland.nl::9055e094-023c-4121-af77-f1411132f956" providerId="AD" clId="Web-{4CD7DED1-5BAB-682F-6827-2D3EA92B96CB}" dt="2026-03-02T10:39:33.187" v="150"/>
          <ac:spMkLst>
            <pc:docMk/>
            <pc:sldMk cId="63613547" sldId="257"/>
            <ac:spMk id="3" creationId="{E21F0D73-B200-63B4-CA56-051D499C5EF0}"/>
          </ac:spMkLst>
        </pc:spChg>
        <pc:spChg chg="add del mod">
          <ac:chgData name="Niek Middel" userId="S::170564@student.talland.nl::9055e094-023c-4121-af77-f1411132f956" providerId="AD" clId="Web-{4CD7DED1-5BAB-682F-6827-2D3EA92B96CB}" dt="2026-03-02T10:40:41.158" v="167"/>
          <ac:spMkLst>
            <pc:docMk/>
            <pc:sldMk cId="63613547" sldId="257"/>
            <ac:spMk id="11" creationId="{F7BE2DD2-000F-C86A-8A0A-38CCC43266DB}"/>
          </ac:spMkLst>
        </pc:spChg>
        <pc:spChg chg="add">
          <ac:chgData name="Niek Middel" userId="S::170564@student.talland.nl::9055e094-023c-4121-af77-f1411132f956" providerId="AD" clId="Web-{4CD7DED1-5BAB-682F-6827-2D3EA92B96CB}" dt="2026-03-02T10:40:55.205" v="169"/>
          <ac:spMkLst>
            <pc:docMk/>
            <pc:sldMk cId="63613547" sldId="257"/>
            <ac:spMk id="17" creationId="{09646535-AEF6-4883-A4F9-EEC1F8B4319E}"/>
          </ac:spMkLst>
        </pc:spChg>
        <pc:spChg chg="add">
          <ac:chgData name="Niek Middel" userId="S::170564@student.talland.nl::9055e094-023c-4121-af77-f1411132f956" providerId="AD" clId="Web-{4CD7DED1-5BAB-682F-6827-2D3EA92B96CB}" dt="2026-03-02T10:40:55.205" v="169"/>
          <ac:spMkLst>
            <pc:docMk/>
            <pc:sldMk cId="63613547" sldId="257"/>
            <ac:spMk id="19" creationId="{7FEECB93-933C-477B-BC7D-C2F2F6271A66}"/>
          </ac:spMkLst>
        </pc:spChg>
        <pc:spChg chg="add">
          <ac:chgData name="Niek Middel" userId="S::170564@student.talland.nl::9055e094-023c-4121-af77-f1411132f956" providerId="AD" clId="Web-{4CD7DED1-5BAB-682F-6827-2D3EA92B96CB}" dt="2026-03-02T10:40:55.205" v="169"/>
          <ac:spMkLst>
            <pc:docMk/>
            <pc:sldMk cId="63613547" sldId="257"/>
            <ac:spMk id="21" creationId="{497BC505-FE0C-4637-A29D-B71DFBBBAA71}"/>
          </ac:spMkLst>
        </pc:spChg>
        <pc:grpChg chg="add">
          <ac:chgData name="Niek Middel" userId="S::170564@student.talland.nl::9055e094-023c-4121-af77-f1411132f956" providerId="AD" clId="Web-{4CD7DED1-5BAB-682F-6827-2D3EA92B96CB}" dt="2026-03-02T10:40:55.205" v="169"/>
          <ac:grpSpMkLst>
            <pc:docMk/>
            <pc:sldMk cId="63613547" sldId="257"/>
            <ac:grpSpMk id="23" creationId="{F2FD01A0-E6FF-41CD-AEBD-279232B90D43}"/>
          </ac:grpSpMkLst>
        </pc:grpChg>
        <pc:grpChg chg="add">
          <ac:chgData name="Niek Middel" userId="S::170564@student.talland.nl::9055e094-023c-4121-af77-f1411132f956" providerId="AD" clId="Web-{4CD7DED1-5BAB-682F-6827-2D3EA92B96CB}" dt="2026-03-02T10:40:55.205" v="169"/>
          <ac:grpSpMkLst>
            <pc:docMk/>
            <pc:sldMk cId="63613547" sldId="257"/>
            <ac:grpSpMk id="28" creationId="{3C9AA14C-80A4-427C-A911-28CD20C56E5E}"/>
          </ac:grpSpMkLst>
        </pc:grpChg>
        <pc:picChg chg="add del mod ord">
          <ac:chgData name="Niek Middel" userId="S::170564@student.talland.nl::9055e094-023c-4121-af77-f1411132f956" providerId="AD" clId="Web-{4CD7DED1-5BAB-682F-6827-2D3EA92B96CB}" dt="2026-03-02T10:40:32.814" v="166"/>
          <ac:picMkLst>
            <pc:docMk/>
            <pc:sldMk cId="63613547" sldId="257"/>
            <ac:picMk id="4" creationId="{C6BC4F1E-93C0-B278-0D0E-24F6D4B8A14C}"/>
          </ac:picMkLst>
        </pc:picChg>
        <pc:picChg chg="add del mod">
          <ac:chgData name="Niek Middel" userId="S::170564@student.talland.nl::9055e094-023c-4121-af77-f1411132f956" providerId="AD" clId="Web-{4CD7DED1-5BAB-682F-6827-2D3EA92B96CB}" dt="2026-03-02T10:40:31.142" v="165"/>
          <ac:picMkLst>
            <pc:docMk/>
            <pc:sldMk cId="63613547" sldId="257"/>
            <ac:picMk id="5" creationId="{3850A52D-A7A0-F8CC-0A29-444A592D7160}"/>
          </ac:picMkLst>
        </pc:picChg>
        <pc:picChg chg="add del mod">
          <ac:chgData name="Niek Middel" userId="S::170564@student.talland.nl::9055e094-023c-4121-af77-f1411132f956" providerId="AD" clId="Web-{4CD7DED1-5BAB-682F-6827-2D3EA92B96CB}" dt="2026-03-02T10:40:29.908" v="164"/>
          <ac:picMkLst>
            <pc:docMk/>
            <pc:sldMk cId="63613547" sldId="257"/>
            <ac:picMk id="6" creationId="{238931F9-8C8A-2AC8-66A4-C8D36C40C208}"/>
          </ac:picMkLst>
        </pc:picChg>
        <pc:picChg chg="add del mod">
          <ac:chgData name="Niek Middel" userId="S::170564@student.talland.nl::9055e094-023c-4121-af77-f1411132f956" providerId="AD" clId="Web-{4CD7DED1-5BAB-682F-6827-2D3EA92B96CB}" dt="2026-03-02T10:40:28.579" v="163"/>
          <ac:picMkLst>
            <pc:docMk/>
            <pc:sldMk cId="63613547" sldId="257"/>
            <ac:picMk id="7" creationId="{970E63CF-A111-B2AD-4A3B-7405CFA7C904}"/>
          </ac:picMkLst>
        </pc:picChg>
        <pc:picChg chg="add del mod modCrop">
          <ac:chgData name="Niek Middel" userId="S::170564@student.talland.nl::9055e094-023c-4121-af77-f1411132f956" providerId="AD" clId="Web-{4CD7DED1-5BAB-682F-6827-2D3EA92B96CB}" dt="2026-03-02T10:40:25.298" v="161"/>
          <ac:picMkLst>
            <pc:docMk/>
            <pc:sldMk cId="63613547" sldId="257"/>
            <ac:picMk id="8" creationId="{530107FA-626A-FCFB-4345-5772A23C8D7F}"/>
          </ac:picMkLst>
        </pc:picChg>
        <pc:picChg chg="add del mod">
          <ac:chgData name="Niek Middel" userId="S::170564@student.talland.nl::9055e094-023c-4121-af77-f1411132f956" providerId="AD" clId="Web-{4CD7DED1-5BAB-682F-6827-2D3EA92B96CB}" dt="2026-03-02T10:40:27.079" v="162"/>
          <ac:picMkLst>
            <pc:docMk/>
            <pc:sldMk cId="63613547" sldId="257"/>
            <ac:picMk id="9" creationId="{9B48F132-C4E7-274E-F9CD-DC3B90F29425}"/>
          </ac:picMkLst>
        </pc:picChg>
        <pc:picChg chg="add mod ord">
          <ac:chgData name="Niek Middel" userId="S::170564@student.talland.nl::9055e094-023c-4121-af77-f1411132f956" providerId="AD" clId="Web-{4CD7DED1-5BAB-682F-6827-2D3EA92B96CB}" dt="2026-03-02T10:40:55.205" v="169"/>
          <ac:picMkLst>
            <pc:docMk/>
            <pc:sldMk cId="63613547" sldId="257"/>
            <ac:picMk id="12" creationId="{6C6D0C11-AAD9-477F-A015-CEF41FB9278B}"/>
          </ac:picMkLst>
        </pc:picChg>
      </pc:sldChg>
      <pc:sldChg chg="modSp new">
        <pc:chgData name="Niek Middel" userId="S::170564@student.talland.nl::9055e094-023c-4121-af77-f1411132f956" providerId="AD" clId="Web-{4CD7DED1-5BAB-682F-6827-2D3EA92B96CB}" dt="2026-03-02T10:47:57.539" v="361" actId="20577"/>
        <pc:sldMkLst>
          <pc:docMk/>
          <pc:sldMk cId="2159444441" sldId="258"/>
        </pc:sldMkLst>
        <pc:spChg chg="mod">
          <ac:chgData name="Niek Middel" userId="S::170564@student.talland.nl::9055e094-023c-4121-af77-f1411132f956" providerId="AD" clId="Web-{4CD7DED1-5BAB-682F-6827-2D3EA92B96CB}" dt="2026-03-02T10:46:03.913" v="318" actId="20577"/>
          <ac:spMkLst>
            <pc:docMk/>
            <pc:sldMk cId="2159444441" sldId="258"/>
            <ac:spMk id="2" creationId="{3E20D1ED-2931-08C6-0B03-57D782E097F7}"/>
          </ac:spMkLst>
        </pc:spChg>
        <pc:spChg chg="mod">
          <ac:chgData name="Niek Middel" userId="S::170564@student.talland.nl::9055e094-023c-4121-af77-f1411132f956" providerId="AD" clId="Web-{4CD7DED1-5BAB-682F-6827-2D3EA92B96CB}" dt="2026-03-02T10:47:57.539" v="361" actId="20577"/>
          <ac:spMkLst>
            <pc:docMk/>
            <pc:sldMk cId="2159444441" sldId="258"/>
            <ac:spMk id="3" creationId="{A9709F20-3263-A7B4-CEE0-22111DF1FBAA}"/>
          </ac:spMkLst>
        </pc:spChg>
      </pc:sldChg>
      <pc:sldMasterChg chg="del delSldLayout">
        <pc:chgData name="Niek Middel" userId="S::170564@student.talland.nl::9055e094-023c-4121-af77-f1411132f956" providerId="AD" clId="Web-{4CD7DED1-5BAB-682F-6827-2D3EA92B96CB}" dt="2026-03-02T10:29:24.492" v="0"/>
        <pc:sldMasterMkLst>
          <pc:docMk/>
          <pc:sldMasterMk cId="2460954070" sldId="2147483660"/>
        </pc:sldMasterMkLst>
        <pc:sldLayoutChg chg="del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Niek Middel" userId="S::170564@student.talland.nl::9055e094-023c-4121-af77-f1411132f956" providerId="AD" clId="Web-{4CD7DED1-5BAB-682F-6827-2D3EA92B96CB}" dt="2026-03-02T10:29:24.492" v="0"/>
        <pc:sldMasterMkLst>
          <pc:docMk/>
          <pc:sldMasterMk cId="3381890127" sldId="2147483766"/>
        </pc:sldMasterMkLst>
        <pc:sldLayoutChg chg="add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3381890127" sldId="2147483766"/>
            <pc:sldLayoutMk cId="3748469120" sldId="2147483755"/>
          </pc:sldLayoutMkLst>
        </pc:sldLayoutChg>
        <pc:sldLayoutChg chg="add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3381890127" sldId="2147483766"/>
            <pc:sldLayoutMk cId="3851235197" sldId="2147483756"/>
          </pc:sldLayoutMkLst>
        </pc:sldLayoutChg>
        <pc:sldLayoutChg chg="add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3381890127" sldId="2147483766"/>
            <pc:sldLayoutMk cId="1557486851" sldId="2147483757"/>
          </pc:sldLayoutMkLst>
        </pc:sldLayoutChg>
        <pc:sldLayoutChg chg="add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3381890127" sldId="2147483766"/>
            <pc:sldLayoutMk cId="2180614428" sldId="2147483758"/>
          </pc:sldLayoutMkLst>
        </pc:sldLayoutChg>
        <pc:sldLayoutChg chg="add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3381890127" sldId="2147483766"/>
            <pc:sldLayoutMk cId="3975643568" sldId="2147483759"/>
          </pc:sldLayoutMkLst>
        </pc:sldLayoutChg>
        <pc:sldLayoutChg chg="add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3381890127" sldId="2147483766"/>
            <pc:sldLayoutMk cId="1694248262" sldId="2147483760"/>
          </pc:sldLayoutMkLst>
        </pc:sldLayoutChg>
        <pc:sldLayoutChg chg="add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3381890127" sldId="2147483766"/>
            <pc:sldLayoutMk cId="1564654957" sldId="2147483761"/>
          </pc:sldLayoutMkLst>
        </pc:sldLayoutChg>
        <pc:sldLayoutChg chg="add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3381890127" sldId="2147483766"/>
            <pc:sldLayoutMk cId="2415318696" sldId="2147483762"/>
          </pc:sldLayoutMkLst>
        </pc:sldLayoutChg>
        <pc:sldLayoutChg chg="add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3381890127" sldId="2147483766"/>
            <pc:sldLayoutMk cId="960530139" sldId="2147483763"/>
          </pc:sldLayoutMkLst>
        </pc:sldLayoutChg>
        <pc:sldLayoutChg chg="add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3381890127" sldId="2147483766"/>
            <pc:sldLayoutMk cId="296015463" sldId="2147483764"/>
          </pc:sldLayoutMkLst>
        </pc:sldLayoutChg>
        <pc:sldLayoutChg chg="add">
          <pc:chgData name="Niek Middel" userId="S::170564@student.talland.nl::9055e094-023c-4121-af77-f1411132f956" providerId="AD" clId="Web-{4CD7DED1-5BAB-682F-6827-2D3EA92B96CB}" dt="2026-03-02T10:29:24.492" v="0"/>
          <pc:sldLayoutMkLst>
            <pc:docMk/>
            <pc:sldMasterMk cId="3381890127" sldId="2147483766"/>
            <pc:sldLayoutMk cId="1189217900" sldId="214748376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spc="-1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  <a:t>Wednesday, March 18,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65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  <a:t>Wednesday, March 18,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18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  <a:t>Wednesday, March 18,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530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  <a:t>Wednesday, March 18,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5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  <a:t>Wednesday, March 18,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217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  <a:t>Wednesday, March 18,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643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  <a:t>Wednesday, March 18,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469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  <a:t>Wednesday, March 18,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235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  <a:t>Wednesday, March 18,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86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  <a:t>Wednesday, March 18,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614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  <a:t>Wednesday, March 18,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48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Wednesday, March 18,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8901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59" r:id="rId6"/>
    <p:sldLayoutId id="2147483755" r:id="rId7"/>
    <p:sldLayoutId id="2147483756" r:id="rId8"/>
    <p:sldLayoutId id="2147483757" r:id="rId9"/>
    <p:sldLayoutId id="2147483758" r:id="rId10"/>
    <p:sldLayoutId id="214748376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950CAB9-F0AE-414E-805C-776919054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7C80BC-190C-4813-9BAE-C4B56C5C7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44184-9A05-57E4-405C-9F3204B3B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619201"/>
            <a:ext cx="3486241" cy="1477328"/>
          </a:xfrm>
        </p:spPr>
        <p:txBody>
          <a:bodyPr>
            <a:normAutofit fontScale="90000"/>
          </a:bodyPr>
          <a:lstStyle/>
          <a:p>
            <a:r>
              <a:rPr lang="nl-NL" noProof="0" dirty="0"/>
              <a:t>Sprint 4:</a:t>
            </a:r>
            <a:br>
              <a:rPr lang="nl-NL" noProof="0" dirty="0"/>
            </a:br>
            <a:br>
              <a:rPr lang="nl-NL" noProof="0" dirty="0"/>
            </a:br>
            <a:r>
              <a:rPr lang="nl-NL" sz="2000" noProof="0" dirty="0"/>
              <a:t>sprint doel: </a:t>
            </a:r>
            <a:r>
              <a:rPr lang="nl-NL" sz="2000" noProof="0" dirty="0" err="1"/>
              <a:t>admins</a:t>
            </a:r>
            <a:r>
              <a:rPr lang="nl-NL" sz="2000" noProof="0" dirty="0"/>
              <a:t> kunnen quizzen maken en aanpassen</a:t>
            </a:r>
            <a:endParaRPr lang="nl-NL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A963A2E-FEA8-F7CA-099F-185ED4BD6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8188" y="633600"/>
            <a:ext cx="6900137" cy="1282513"/>
          </a:xfrm>
        </p:spPr>
        <p:txBody>
          <a:bodyPr>
            <a:normAutofit/>
          </a:bodyPr>
          <a:lstStyle/>
          <a:p>
            <a:r>
              <a:rPr lang="nl-NL" noProof="0" dirty="0"/>
              <a:t>Quiz maken en verwijderen</a:t>
            </a:r>
          </a:p>
          <a:p>
            <a:r>
              <a:rPr lang="nl-NL" noProof="0" dirty="0"/>
              <a:t>Quiz aanpassen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4F4149-4AE2-71CF-4DC5-B62EDB334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62"/>
          <a:stretch>
            <a:fillRect/>
          </a:stretch>
        </p:blipFill>
        <p:spPr>
          <a:xfrm>
            <a:off x="20" y="2584536"/>
            <a:ext cx="12191980" cy="4273465"/>
          </a:xfrm>
          <a:custGeom>
            <a:avLst/>
            <a:gdLst/>
            <a:ahLst/>
            <a:cxnLst/>
            <a:rect l="l" t="t" r="r" b="b"/>
            <a:pathLst>
              <a:path w="12192000" h="4273465">
                <a:moveTo>
                  <a:pt x="5674827" y="107"/>
                </a:moveTo>
                <a:cubicBezTo>
                  <a:pt x="6770307" y="-2269"/>
                  <a:pt x="8062055" y="35744"/>
                  <a:pt x="8986322" y="35744"/>
                </a:cubicBezTo>
                <a:cubicBezTo>
                  <a:pt x="10233527" y="52639"/>
                  <a:pt x="11168930" y="69533"/>
                  <a:pt x="12015248" y="52639"/>
                </a:cubicBezTo>
                <a:lnTo>
                  <a:pt x="12192000" y="60460"/>
                </a:lnTo>
                <a:lnTo>
                  <a:pt x="12192000" y="4273465"/>
                </a:lnTo>
                <a:lnTo>
                  <a:pt x="0" y="4273465"/>
                </a:lnTo>
                <a:lnTo>
                  <a:pt x="0" y="65877"/>
                </a:lnTo>
                <a:lnTo>
                  <a:pt x="107413" y="52639"/>
                </a:lnTo>
                <a:cubicBezTo>
                  <a:pt x="716168" y="1955"/>
                  <a:pt x="1725810" y="137111"/>
                  <a:pt x="4665650" y="18850"/>
                </a:cubicBezTo>
                <a:cubicBezTo>
                  <a:pt x="4966315" y="6179"/>
                  <a:pt x="5309667" y="899"/>
                  <a:pt x="5674827" y="10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04466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7D7CF97-C693-42F5-AFF2-9C4EBFE0E6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168F71-60A3-819D-C89B-755D4916E8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572"/>
          <a:stretch>
            <a:fillRect/>
          </a:stretch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09786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BC0DE-4400-E578-0042-A147E2377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76438"/>
            <a:ext cx="10728322" cy="1477328"/>
          </a:xfrm>
        </p:spPr>
        <p:txBody>
          <a:bodyPr/>
          <a:lstStyle/>
          <a:p>
            <a:r>
              <a:rPr lang="nl-NL" noProof="0" dirty="0"/>
              <a:t>Hoe ziet het er uit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BE9D19-78AE-ADD3-FB17-2624DC02C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69" y="2475840"/>
            <a:ext cx="4719096" cy="42057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2F535F-19E8-A100-E350-92531C3AF5A2}"/>
              </a:ext>
            </a:extLst>
          </p:cNvPr>
          <p:cNvSpPr txBox="1"/>
          <p:nvPr/>
        </p:nvSpPr>
        <p:spPr>
          <a:xfrm>
            <a:off x="409072" y="915102"/>
            <a:ext cx="40041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noProof="0" dirty="0"/>
              <a:t>Zet je naam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noProof="0" dirty="0"/>
              <a:t>Zet je thema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noProof="0" dirty="0"/>
              <a:t>En het aantal vragen die je </a:t>
            </a:r>
            <a:r>
              <a:rPr lang="nl-NL" noProof="0" dirty="0" err="1"/>
              <a:t>will</a:t>
            </a:r>
            <a:endParaRPr lang="nl-NL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noProof="0" dirty="0"/>
              <a:t>Click dan op “set question </a:t>
            </a:r>
            <a:r>
              <a:rPr lang="nl-NL" noProof="0" dirty="0" err="1"/>
              <a:t>amount</a:t>
            </a:r>
            <a:r>
              <a:rPr lang="nl-NL" noProof="0" dirty="0"/>
              <a:t>”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85447FBF-1B91-6896-401A-3190419245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2391" y="574464"/>
            <a:ext cx="2680537" cy="62147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D749F8-BF0B-70E2-776D-09C137592AB9}"/>
              </a:ext>
            </a:extLst>
          </p:cNvPr>
          <p:cNvSpPr txBox="1"/>
          <p:nvPr/>
        </p:nvSpPr>
        <p:spPr>
          <a:xfrm>
            <a:off x="9115124" y="176438"/>
            <a:ext cx="2644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noProof="0" dirty="0"/>
              <a:t>Resultaat:</a:t>
            </a:r>
          </a:p>
        </p:txBody>
      </p:sp>
    </p:spTree>
    <p:extLst>
      <p:ext uri="{BB962C8B-B14F-4D97-AF65-F5344CB8AC3E}">
        <p14:creationId xmlns:p14="http://schemas.microsoft.com/office/powerpoint/2010/main" val="359284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81F66-2614-1D10-56E8-AE32356EF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824" y="198740"/>
            <a:ext cx="10728322" cy="1477328"/>
          </a:xfrm>
        </p:spPr>
        <p:txBody>
          <a:bodyPr/>
          <a:lstStyle/>
          <a:p>
            <a:r>
              <a:rPr lang="nl-NL" noProof="0" dirty="0"/>
              <a:t>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31F9BB-AC5A-E275-017C-EF5F0368A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203" y="2135605"/>
            <a:ext cx="4869788" cy="38968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6A4E8B-0636-CD17-3C95-C507D1535B52}"/>
              </a:ext>
            </a:extLst>
          </p:cNvPr>
          <p:cNvSpPr txBox="1"/>
          <p:nvPr/>
        </p:nvSpPr>
        <p:spPr>
          <a:xfrm>
            <a:off x="-24302" y="2272587"/>
            <a:ext cx="30223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noProof="0" dirty="0"/>
              <a:t>Maakt een loop gebaseerd op ingevulde vragen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B0D1C7-C93D-06BD-F8DF-04AB568EB7E6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998031" y="2287492"/>
            <a:ext cx="512079" cy="108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B7B6B6E-5F73-CD32-02C4-62A9332B179F}"/>
              </a:ext>
            </a:extLst>
          </p:cNvPr>
          <p:cNvSpPr txBox="1"/>
          <p:nvPr/>
        </p:nvSpPr>
        <p:spPr>
          <a:xfrm>
            <a:off x="73907" y="2748453"/>
            <a:ext cx="29241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noProof="0" dirty="0"/>
              <a:t>Maakt een invult veld aan voor de vraag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4DEDC5-CBD3-1401-E206-25C5AA714445}"/>
              </a:ext>
            </a:extLst>
          </p:cNvPr>
          <p:cNvSpPr txBox="1"/>
          <p:nvPr/>
        </p:nvSpPr>
        <p:spPr>
          <a:xfrm>
            <a:off x="73907" y="3131657"/>
            <a:ext cx="27219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noProof="0" dirty="0"/>
              <a:t>Maakt een invult veld aan ver het antwoord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DEA431-70DD-0236-6324-6622CB02872B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998031" y="2871564"/>
            <a:ext cx="1010171" cy="1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87625A6-8670-CF7F-A227-098B00785ABE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795901" y="3254768"/>
            <a:ext cx="1116530" cy="176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9029841-1ABF-F423-4F08-6D8A6AAA3542}"/>
              </a:ext>
            </a:extLst>
          </p:cNvPr>
          <p:cNvSpPr txBox="1"/>
          <p:nvPr/>
        </p:nvSpPr>
        <p:spPr>
          <a:xfrm>
            <a:off x="98209" y="4355768"/>
            <a:ext cx="24136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noProof="0" dirty="0"/>
              <a:t>Veranderd tekst gebaseerd op aantal vragen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272EA9E-475A-C3EA-674C-4C257F8DFA61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2511828" y="4555823"/>
            <a:ext cx="1424905" cy="136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Content Placeholder 4">
            <a:extLst>
              <a:ext uri="{FF2B5EF4-FFF2-40B4-BE49-F238E27FC236}">
                <a16:creationId xmlns:a16="http://schemas.microsoft.com/office/drawing/2014/main" id="{F241AE1B-B65F-0AA1-F7DA-E8A9B5D879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3969" y="321605"/>
            <a:ext cx="2680537" cy="6214790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A665467-42FD-292E-376E-B005BD7E517E}"/>
              </a:ext>
            </a:extLst>
          </p:cNvPr>
          <p:cNvCxnSpPr/>
          <p:nvPr/>
        </p:nvCxnSpPr>
        <p:spPr>
          <a:xfrm flipV="1">
            <a:off x="7305575" y="2483318"/>
            <a:ext cx="1888394" cy="416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9C8CC62-EAE2-A555-6574-3D17FBC484E8}"/>
              </a:ext>
            </a:extLst>
          </p:cNvPr>
          <p:cNvCxnSpPr/>
          <p:nvPr/>
        </p:nvCxnSpPr>
        <p:spPr>
          <a:xfrm flipV="1">
            <a:off x="6967728" y="2624328"/>
            <a:ext cx="3483864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82E1551-E8B9-39EA-4973-0CF52CCAE13A}"/>
              </a:ext>
            </a:extLst>
          </p:cNvPr>
          <p:cNvCxnSpPr/>
          <p:nvPr/>
        </p:nvCxnSpPr>
        <p:spPr>
          <a:xfrm>
            <a:off x="7470648" y="4480560"/>
            <a:ext cx="2002536" cy="1664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03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9D7C0-DC87-B35B-A461-F0FDA9E38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 err="1"/>
              <a:t>Admin</a:t>
            </a:r>
            <a:r>
              <a:rPr lang="nl-NL" noProof="0" dirty="0"/>
              <a:t> check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07355E-1553-7840-8B73-808152E86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854" y="3139936"/>
            <a:ext cx="5896798" cy="2152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B808F0-809E-8DAA-C6EA-CC0F6342DDF0}"/>
              </a:ext>
            </a:extLst>
          </p:cNvPr>
          <p:cNvSpPr txBox="1"/>
          <p:nvPr/>
        </p:nvSpPr>
        <p:spPr>
          <a:xfrm>
            <a:off x="291349" y="3662413"/>
            <a:ext cx="38014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1000" noProof="0" dirty="0"/>
              <a:t>Stuurt gebruiker naar inlog pagina als hij niet is ingelogd</a:t>
            </a:r>
          </a:p>
          <a:p>
            <a:endParaRPr lang="nl-NL" sz="10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1000" dirty="0"/>
              <a:t>Stuurt gebruiker naar homepagina als hij de ’user’ </a:t>
            </a:r>
            <a:r>
              <a:rPr lang="nl-NL" sz="1000" noProof="0" dirty="0"/>
              <a:t> rol heeft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0496486-E8AC-259C-CED1-2E457AC6C80E}"/>
              </a:ext>
            </a:extLst>
          </p:cNvPr>
          <p:cNvCxnSpPr/>
          <p:nvPr/>
        </p:nvCxnSpPr>
        <p:spPr>
          <a:xfrm>
            <a:off x="4005072" y="3785616"/>
            <a:ext cx="25420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07C2DD-ABEA-D44A-765B-1590506B813E}"/>
              </a:ext>
            </a:extLst>
          </p:cNvPr>
          <p:cNvCxnSpPr/>
          <p:nvPr/>
        </p:nvCxnSpPr>
        <p:spPr>
          <a:xfrm>
            <a:off x="3995928" y="4133088"/>
            <a:ext cx="2532888" cy="338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3877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7D7CF97-C693-42F5-AFF2-9C4EBFE0E6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3BE7A5-8748-4C3A-A0FA-9503E116E8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245"/>
          <a:stretch>
            <a:fillRect/>
          </a:stretch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95923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ED9E2D9-EE69-4775-8CE5-9EAC35AD2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75B673-1FA7-415E-8B2E-7A0550C8B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BD973-C3A3-ECA3-E9E6-6C902876C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0" y="619200"/>
            <a:ext cx="4991961" cy="1477328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Wat </a:t>
            </a:r>
            <a:r>
              <a:rPr lang="en-US"/>
              <a:t>ik</a:t>
            </a:r>
            <a:r>
              <a:rPr lang="en-US" dirty="0"/>
              <a:t> well </a:t>
            </a:r>
            <a:r>
              <a:rPr lang="en-US"/>
              <a:t>heb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E4A783-0ECC-6ECF-67D1-F76FD3137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6" b="1"/>
          <a:stretch>
            <a:fillRect/>
          </a:stretch>
        </p:blipFill>
        <p:spPr>
          <a:xfrm>
            <a:off x="20" y="10"/>
            <a:ext cx="5903704" cy="6857990"/>
          </a:xfrm>
          <a:custGeom>
            <a:avLst/>
            <a:gdLst/>
            <a:ahLst/>
            <a:cxnLst/>
            <a:rect l="l" t="t" r="r" b="b"/>
            <a:pathLst>
              <a:path w="5903724" h="6858000">
                <a:moveTo>
                  <a:pt x="0" y="0"/>
                </a:moveTo>
                <a:lnTo>
                  <a:pt x="5886178" y="0"/>
                </a:lnTo>
                <a:lnTo>
                  <a:pt x="5890522" y="42009"/>
                </a:lnTo>
                <a:cubicBezTo>
                  <a:pt x="5948302" y="788432"/>
                  <a:pt x="5795211" y="5194623"/>
                  <a:pt x="5836720" y="6279216"/>
                </a:cubicBezTo>
                <a:cubicBezTo>
                  <a:pt x="5842686" y="6384211"/>
                  <a:pt x="5845802" y="6526851"/>
                  <a:pt x="5846540" y="6699667"/>
                </a:cubicBezTo>
                <a:lnTo>
                  <a:pt x="5846508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44350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9391E-5646-7BAB-62D7-1371F22C3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619200"/>
            <a:ext cx="11253827" cy="147732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Afsluiting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volgende</a:t>
            </a:r>
            <a:r>
              <a:rPr lang="en-US" dirty="0"/>
              <a:t> sprint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geen</a:t>
            </a:r>
            <a:r>
              <a:rPr lang="en-US" dirty="0"/>
              <a:t> </a:t>
            </a:r>
            <a:r>
              <a:rPr lang="en-US" dirty="0" err="1"/>
              <a:t>nieuwen</a:t>
            </a:r>
            <a:r>
              <a:rPr lang="en-US" dirty="0"/>
              <a:t> user stories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alleen</a:t>
            </a:r>
            <a:r>
              <a:rPr lang="en-US" dirty="0"/>
              <a:t>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6FD00-17ED-6D84-BFBB-9F993EBA2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07854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Blob V2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B495C2"/>
      </a:accent1>
      <a:accent2>
        <a:srgbClr val="767E37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Blob">
      <a:majorFont>
        <a:latin typeface="Rockwell Nova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915</TotalTime>
  <Words>119</Words>
  <Application>Microsoft Office PowerPoint</Application>
  <PresentationFormat>Widescreen</PresentationFormat>
  <Paragraphs>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Avenir Next LT Pro</vt:lpstr>
      <vt:lpstr>Rockwell Nova Light</vt:lpstr>
      <vt:lpstr>The Hand Extrablack</vt:lpstr>
      <vt:lpstr>BlobVTI</vt:lpstr>
      <vt:lpstr>Sprint 4:  sprint doel: admins kunnen quizzen maken en aanpassen</vt:lpstr>
      <vt:lpstr>PowerPoint Presentation</vt:lpstr>
      <vt:lpstr>Hoe ziet het er uit</vt:lpstr>
      <vt:lpstr>code</vt:lpstr>
      <vt:lpstr>Admin check</vt:lpstr>
      <vt:lpstr>PowerPoint Presentation</vt:lpstr>
      <vt:lpstr>Wat ik well heb</vt:lpstr>
      <vt:lpstr>Afsluiting:  volgende sprint heeft geen nieuwen user stories en alleen tests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Niek Middel</cp:lastModifiedBy>
  <cp:revision>11</cp:revision>
  <dcterms:created xsi:type="dcterms:W3CDTF">2026-03-02T10:29:06Z</dcterms:created>
  <dcterms:modified xsi:type="dcterms:W3CDTF">2026-03-18T16:56:54Z</dcterms:modified>
</cp:coreProperties>
</file>